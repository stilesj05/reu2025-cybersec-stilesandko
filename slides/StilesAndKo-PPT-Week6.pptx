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anrope"/>
      <p:regular r:id="rId15"/>
      <p:bold r:id="rId16"/>
    </p:embeddedFont>
    <p:embeddedFont>
      <p:font typeface="Assistant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anrope-regular.fntdata"/><Relationship Id="rId14" Type="http://schemas.openxmlformats.org/officeDocument/2006/relationships/slide" Target="slides/slide9.xml"/><Relationship Id="rId17" Type="http://schemas.openxmlformats.org/officeDocument/2006/relationships/font" Target="fonts/Assistant-regular.fntdata"/><Relationship Id="rId16" Type="http://schemas.openxmlformats.org/officeDocument/2006/relationships/font" Target="fonts/Manrope-bold.fntdata"/><Relationship Id="rId18" Type="http://schemas.openxmlformats.org/officeDocument/2006/relationships/font" Target="fonts/Assistan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5e91b589b_4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5e91b589b_4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a55ea029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a55ea029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b0f7015c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6b0f7015c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e91b589b_4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e91b589b_4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b0f7015c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6b0f7015c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d628235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6d628235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65e91b589b_4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65e91b589b_4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65e91b589b_4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65e91b589b_4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100" y="1016250"/>
            <a:ext cx="4263000" cy="24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982800" y="3797875"/>
            <a:ext cx="3521700" cy="2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606450" y="-81675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641300" y="3252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717925" y="440342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291725" y="2181200"/>
            <a:ext cx="3993600" cy="15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5517675" y="972501"/>
            <a:ext cx="15417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55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291725" y="4063975"/>
            <a:ext cx="3993600" cy="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2857275" y="4459525"/>
            <a:ext cx="1341600" cy="13416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992100" y="-466550"/>
            <a:ext cx="1676100" cy="1676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13100" y="1127649"/>
            <a:ext cx="7717800" cy="4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-738200" y="31916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8088925" y="-913625"/>
            <a:ext cx="1893300" cy="18933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441425" y="2692751"/>
            <a:ext cx="2680200" cy="4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441425" y="3192595"/>
            <a:ext cx="26802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5022375" y="2692751"/>
            <a:ext cx="2680200" cy="4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5022375" y="3192595"/>
            <a:ext cx="26802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>
            <a:off x="7557450" y="367270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-766125" y="33774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3833575" y="-108562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>
            <a:off x="-641300" y="4102975"/>
            <a:ext cx="1747500" cy="17475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4449525" y="-12631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8513525" y="25746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713100" y="1996335"/>
            <a:ext cx="3994500" cy="19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713100" y="1222665"/>
            <a:ext cx="3994500" cy="6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>
            <a:off x="-722050" y="-664150"/>
            <a:ext cx="1708200" cy="17082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3317550" y="4162275"/>
            <a:ext cx="1924500" cy="19245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713100" y="1274700"/>
            <a:ext cx="5249700" cy="25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8"/>
          <p:cNvSpPr/>
          <p:nvPr/>
        </p:nvSpPr>
        <p:spPr>
          <a:xfrm>
            <a:off x="-754725" y="-638175"/>
            <a:ext cx="1986000" cy="19860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3750600" y="3943275"/>
            <a:ext cx="1986000" cy="19860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4743300" y="2188038"/>
            <a:ext cx="36876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4743300" y="1493863"/>
            <a:ext cx="3687600" cy="6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1" name="Google Shape;51;p9"/>
          <p:cNvSpPr/>
          <p:nvPr/>
        </p:nvSpPr>
        <p:spPr>
          <a:xfrm>
            <a:off x="7208775" y="383955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3636625" y="-90510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-770475" y="17537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713100" y="3531930"/>
            <a:ext cx="4478700" cy="1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>
                <a:latin typeface="Manrope"/>
                <a:ea typeface="Manrope"/>
                <a:cs typeface="Manrope"/>
                <a:sym typeface="Manrope"/>
              </a:defRPr>
            </a:lvl1pPr>
          </a:lstStyle>
          <a:p/>
        </p:txBody>
      </p:sp>
      <p:sp>
        <p:nvSpPr>
          <p:cNvPr id="56" name="Google Shape;56;p10"/>
          <p:cNvSpPr/>
          <p:nvPr/>
        </p:nvSpPr>
        <p:spPr>
          <a:xfrm>
            <a:off x="-593700" y="22826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1656725" y="-7868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7316075" y="353625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1965450" y="1432963"/>
            <a:ext cx="5213100" cy="11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subTitle"/>
          </p:nvPr>
        </p:nvSpPr>
        <p:spPr>
          <a:xfrm>
            <a:off x="1965450" y="3272913"/>
            <a:ext cx="5213100" cy="3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11"/>
          <p:cNvSpPr/>
          <p:nvPr/>
        </p:nvSpPr>
        <p:spPr>
          <a:xfrm>
            <a:off x="-616725" y="3310800"/>
            <a:ext cx="2415900" cy="24159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8041875" y="259525"/>
            <a:ext cx="1601100" cy="16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2863800" y="-11042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5789875" y="4488825"/>
            <a:ext cx="1115700" cy="11157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705938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0" name="Google Shape;70;p13"/>
          <p:cNvSpPr txBox="1"/>
          <p:nvPr>
            <p:ph idx="2" type="subTitle"/>
          </p:nvPr>
        </p:nvSpPr>
        <p:spPr>
          <a:xfrm>
            <a:off x="793838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3" type="subTitle"/>
          </p:nvPr>
        </p:nvSpPr>
        <p:spPr>
          <a:xfrm>
            <a:off x="2662713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2" name="Google Shape;72;p13"/>
          <p:cNvSpPr txBox="1"/>
          <p:nvPr>
            <p:ph idx="4" type="subTitle"/>
          </p:nvPr>
        </p:nvSpPr>
        <p:spPr>
          <a:xfrm>
            <a:off x="2750613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5" type="subTitle"/>
          </p:nvPr>
        </p:nvSpPr>
        <p:spPr>
          <a:xfrm>
            <a:off x="4619488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4" name="Google Shape;74;p13"/>
          <p:cNvSpPr txBox="1"/>
          <p:nvPr>
            <p:ph idx="6" type="subTitle"/>
          </p:nvPr>
        </p:nvSpPr>
        <p:spPr>
          <a:xfrm>
            <a:off x="4707388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7" type="subTitle"/>
          </p:nvPr>
        </p:nvSpPr>
        <p:spPr>
          <a:xfrm>
            <a:off x="6576262" y="2946200"/>
            <a:ext cx="1861800" cy="74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6" name="Google Shape;76;p13"/>
          <p:cNvSpPr txBox="1"/>
          <p:nvPr>
            <p:ph idx="8" type="subTitle"/>
          </p:nvPr>
        </p:nvSpPr>
        <p:spPr>
          <a:xfrm>
            <a:off x="6664162" y="3687224"/>
            <a:ext cx="16860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9" type="title"/>
          </p:nvPr>
        </p:nvSpPr>
        <p:spPr>
          <a:xfrm>
            <a:off x="1056038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13" type="title"/>
          </p:nvPr>
        </p:nvSpPr>
        <p:spPr>
          <a:xfrm>
            <a:off x="3012813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14" type="title"/>
          </p:nvPr>
        </p:nvSpPr>
        <p:spPr>
          <a:xfrm>
            <a:off x="4969588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15" type="title"/>
          </p:nvPr>
        </p:nvSpPr>
        <p:spPr>
          <a:xfrm>
            <a:off x="6926362" y="2108552"/>
            <a:ext cx="1161600" cy="4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/>
          <p:nvPr/>
        </p:nvSpPr>
        <p:spPr>
          <a:xfrm>
            <a:off x="4897000" y="-861775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-641300" y="4102975"/>
            <a:ext cx="1747500" cy="17475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0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448279" y="2595350"/>
            <a:ext cx="3982800" cy="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4448279" y="756250"/>
            <a:ext cx="3982800" cy="16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" type="subTitle"/>
          </p:nvPr>
        </p:nvSpPr>
        <p:spPr>
          <a:xfrm>
            <a:off x="2494467" y="2278700"/>
            <a:ext cx="28182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89" name="Google Shape;89;p15"/>
          <p:cNvSpPr txBox="1"/>
          <p:nvPr>
            <p:ph idx="2" type="subTitle"/>
          </p:nvPr>
        </p:nvSpPr>
        <p:spPr>
          <a:xfrm>
            <a:off x="2494467" y="1498675"/>
            <a:ext cx="2818200" cy="7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3" type="subTitle"/>
          </p:nvPr>
        </p:nvSpPr>
        <p:spPr>
          <a:xfrm>
            <a:off x="2494467" y="3882875"/>
            <a:ext cx="28182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91" name="Google Shape;91;p15"/>
          <p:cNvSpPr txBox="1"/>
          <p:nvPr>
            <p:ph idx="4" type="subTitle"/>
          </p:nvPr>
        </p:nvSpPr>
        <p:spPr>
          <a:xfrm>
            <a:off x="2494467" y="3095675"/>
            <a:ext cx="2818200" cy="7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/>
          <p:nvPr/>
        </p:nvSpPr>
        <p:spPr>
          <a:xfrm>
            <a:off x="-647250" y="3935350"/>
            <a:ext cx="1986000" cy="19860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7902900" y="3901375"/>
            <a:ext cx="1774500" cy="17745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713125" y="1416351"/>
            <a:ext cx="36174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2" type="body"/>
          </p:nvPr>
        </p:nvSpPr>
        <p:spPr>
          <a:xfrm>
            <a:off x="4813500" y="1416351"/>
            <a:ext cx="36174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6"/>
          <p:cNvSpPr/>
          <p:nvPr/>
        </p:nvSpPr>
        <p:spPr>
          <a:xfrm>
            <a:off x="8575050" y="7709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-568950" y="41194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9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918075" y="2870000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2" type="subTitle"/>
          </p:nvPr>
        </p:nvSpPr>
        <p:spPr>
          <a:xfrm>
            <a:off x="918075" y="3354800"/>
            <a:ext cx="22071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3" type="subTitle"/>
          </p:nvPr>
        </p:nvSpPr>
        <p:spPr>
          <a:xfrm>
            <a:off x="3468450" y="2489000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3468450" y="2973800"/>
            <a:ext cx="22071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6018825" y="2870000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018825" y="3354800"/>
            <a:ext cx="22071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/>
          <p:nvPr/>
        </p:nvSpPr>
        <p:spPr>
          <a:xfrm>
            <a:off x="8569200" y="28557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5869725" y="-9748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-1008775" y="4076700"/>
            <a:ext cx="2142000" cy="21420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6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5008203" y="1358991"/>
            <a:ext cx="29214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2" type="subTitle"/>
          </p:nvPr>
        </p:nvSpPr>
        <p:spPr>
          <a:xfrm>
            <a:off x="5008203" y="1700691"/>
            <a:ext cx="29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5008203" y="2493389"/>
            <a:ext cx="29214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4" type="subTitle"/>
          </p:nvPr>
        </p:nvSpPr>
        <p:spPr>
          <a:xfrm>
            <a:off x="5008203" y="2835089"/>
            <a:ext cx="29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5" type="subTitle"/>
          </p:nvPr>
        </p:nvSpPr>
        <p:spPr>
          <a:xfrm>
            <a:off x="5008203" y="3627788"/>
            <a:ext cx="29214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6" type="subTitle"/>
          </p:nvPr>
        </p:nvSpPr>
        <p:spPr>
          <a:xfrm>
            <a:off x="5008203" y="3969488"/>
            <a:ext cx="292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/>
          <p:nvPr/>
        </p:nvSpPr>
        <p:spPr>
          <a:xfrm>
            <a:off x="2595600" y="4645275"/>
            <a:ext cx="1528500" cy="15285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7220825" y="-1183125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8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" type="subTitle"/>
          </p:nvPr>
        </p:nvSpPr>
        <p:spPr>
          <a:xfrm>
            <a:off x="843875" y="3205875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2" type="subTitle"/>
          </p:nvPr>
        </p:nvSpPr>
        <p:spPr>
          <a:xfrm>
            <a:off x="843875" y="3690675"/>
            <a:ext cx="220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3" type="subTitle"/>
          </p:nvPr>
        </p:nvSpPr>
        <p:spPr>
          <a:xfrm>
            <a:off x="3468450" y="3205875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idx="4" type="subTitle"/>
          </p:nvPr>
        </p:nvSpPr>
        <p:spPr>
          <a:xfrm>
            <a:off x="3468450" y="3690675"/>
            <a:ext cx="220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5" type="subTitle"/>
          </p:nvPr>
        </p:nvSpPr>
        <p:spPr>
          <a:xfrm>
            <a:off x="6093025" y="3205875"/>
            <a:ext cx="2207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6" type="subTitle"/>
          </p:nvPr>
        </p:nvSpPr>
        <p:spPr>
          <a:xfrm>
            <a:off x="6093025" y="3690675"/>
            <a:ext cx="220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8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" type="subTitle"/>
          </p:nvPr>
        </p:nvSpPr>
        <p:spPr>
          <a:xfrm>
            <a:off x="1084344" y="3096125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2" name="Google Shape;132;p20"/>
          <p:cNvSpPr txBox="1"/>
          <p:nvPr>
            <p:ph idx="2" type="subTitle"/>
          </p:nvPr>
        </p:nvSpPr>
        <p:spPr>
          <a:xfrm>
            <a:off x="1084356" y="3514023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3" type="subTitle"/>
          </p:nvPr>
        </p:nvSpPr>
        <p:spPr>
          <a:xfrm>
            <a:off x="5969844" y="3096125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4" name="Google Shape;134;p20"/>
          <p:cNvSpPr txBox="1"/>
          <p:nvPr>
            <p:ph idx="4" type="subTitle"/>
          </p:nvPr>
        </p:nvSpPr>
        <p:spPr>
          <a:xfrm>
            <a:off x="5969856" y="3514023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5" type="subTitle"/>
          </p:nvPr>
        </p:nvSpPr>
        <p:spPr>
          <a:xfrm>
            <a:off x="1084344" y="1531574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6" name="Google Shape;136;p20"/>
          <p:cNvSpPr txBox="1"/>
          <p:nvPr>
            <p:ph idx="6" type="subTitle"/>
          </p:nvPr>
        </p:nvSpPr>
        <p:spPr>
          <a:xfrm>
            <a:off x="1084356" y="1949472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7" type="subTitle"/>
          </p:nvPr>
        </p:nvSpPr>
        <p:spPr>
          <a:xfrm>
            <a:off x="5969844" y="1531574"/>
            <a:ext cx="20898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38" name="Google Shape;138;p20"/>
          <p:cNvSpPr txBox="1"/>
          <p:nvPr>
            <p:ph idx="8" type="subTitle"/>
          </p:nvPr>
        </p:nvSpPr>
        <p:spPr>
          <a:xfrm>
            <a:off x="5969856" y="1949472"/>
            <a:ext cx="2089800" cy="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0"/>
          <p:cNvSpPr/>
          <p:nvPr/>
        </p:nvSpPr>
        <p:spPr>
          <a:xfrm>
            <a:off x="4472500" y="-90870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8209225" y="220092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-1237375" y="3758300"/>
            <a:ext cx="2577600" cy="25776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918075" y="3686097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subTitle"/>
          </p:nvPr>
        </p:nvSpPr>
        <p:spPr>
          <a:xfrm>
            <a:off x="918075" y="4071698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3" type="subTitle"/>
          </p:nvPr>
        </p:nvSpPr>
        <p:spPr>
          <a:xfrm>
            <a:off x="3468450" y="3686097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47" name="Google Shape;147;p21"/>
          <p:cNvSpPr txBox="1"/>
          <p:nvPr>
            <p:ph idx="4" type="subTitle"/>
          </p:nvPr>
        </p:nvSpPr>
        <p:spPr>
          <a:xfrm>
            <a:off x="3468450" y="4071698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1"/>
          <p:cNvSpPr txBox="1"/>
          <p:nvPr>
            <p:ph idx="5" type="subTitle"/>
          </p:nvPr>
        </p:nvSpPr>
        <p:spPr>
          <a:xfrm>
            <a:off x="6018825" y="3686097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49" name="Google Shape;149;p21"/>
          <p:cNvSpPr txBox="1"/>
          <p:nvPr>
            <p:ph idx="6" type="subTitle"/>
          </p:nvPr>
        </p:nvSpPr>
        <p:spPr>
          <a:xfrm>
            <a:off x="6018825" y="4071698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idx="7" type="subTitle"/>
          </p:nvPr>
        </p:nvSpPr>
        <p:spPr>
          <a:xfrm>
            <a:off x="918075" y="1912625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51" name="Google Shape;151;p21"/>
          <p:cNvSpPr txBox="1"/>
          <p:nvPr>
            <p:ph idx="8" type="subTitle"/>
          </p:nvPr>
        </p:nvSpPr>
        <p:spPr>
          <a:xfrm>
            <a:off x="918075" y="2298226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9" type="subTitle"/>
          </p:nvPr>
        </p:nvSpPr>
        <p:spPr>
          <a:xfrm>
            <a:off x="3468450" y="1912625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53" name="Google Shape;153;p21"/>
          <p:cNvSpPr txBox="1"/>
          <p:nvPr>
            <p:ph idx="13" type="subTitle"/>
          </p:nvPr>
        </p:nvSpPr>
        <p:spPr>
          <a:xfrm>
            <a:off x="3468450" y="2298226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14" type="subTitle"/>
          </p:nvPr>
        </p:nvSpPr>
        <p:spPr>
          <a:xfrm>
            <a:off x="6018825" y="1912625"/>
            <a:ext cx="2207100" cy="4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55" name="Google Shape;155;p21"/>
          <p:cNvSpPr txBox="1"/>
          <p:nvPr>
            <p:ph idx="15" type="subTitle"/>
          </p:nvPr>
        </p:nvSpPr>
        <p:spPr>
          <a:xfrm>
            <a:off x="6018825" y="2298226"/>
            <a:ext cx="22071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1"/>
          <p:cNvSpPr/>
          <p:nvPr/>
        </p:nvSpPr>
        <p:spPr>
          <a:xfrm>
            <a:off x="7751025" y="-952100"/>
            <a:ext cx="2207100" cy="22068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5140100" y="4717775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-1133400" y="15801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7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1" type="subTitle"/>
          </p:nvPr>
        </p:nvSpPr>
        <p:spPr>
          <a:xfrm>
            <a:off x="798100" y="3381547"/>
            <a:ext cx="2258400" cy="4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hasCustomPrompt="1" idx="2" type="title"/>
          </p:nvPr>
        </p:nvSpPr>
        <p:spPr>
          <a:xfrm>
            <a:off x="798100" y="2558525"/>
            <a:ext cx="2258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3" name="Google Shape;163;p22"/>
          <p:cNvSpPr txBox="1"/>
          <p:nvPr>
            <p:ph idx="3" type="subTitle"/>
          </p:nvPr>
        </p:nvSpPr>
        <p:spPr>
          <a:xfrm>
            <a:off x="3442800" y="3381547"/>
            <a:ext cx="2258400" cy="4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hasCustomPrompt="1" idx="4" type="title"/>
          </p:nvPr>
        </p:nvSpPr>
        <p:spPr>
          <a:xfrm>
            <a:off x="3442800" y="2558525"/>
            <a:ext cx="2258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5" name="Google Shape;165;p22"/>
          <p:cNvSpPr txBox="1"/>
          <p:nvPr>
            <p:ph idx="5" type="subTitle"/>
          </p:nvPr>
        </p:nvSpPr>
        <p:spPr>
          <a:xfrm>
            <a:off x="6087500" y="3381547"/>
            <a:ext cx="2258400" cy="4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Manrope"/>
              <a:buNone/>
              <a:defRPr sz="2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6" name="Google Shape;166;p22"/>
          <p:cNvSpPr txBox="1"/>
          <p:nvPr>
            <p:ph hasCustomPrompt="1" idx="6" type="title"/>
          </p:nvPr>
        </p:nvSpPr>
        <p:spPr>
          <a:xfrm>
            <a:off x="6087500" y="2558525"/>
            <a:ext cx="2258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67" name="Google Shape;167;p22"/>
          <p:cNvSpPr txBox="1"/>
          <p:nvPr>
            <p:ph idx="7" type="subTitle"/>
          </p:nvPr>
        </p:nvSpPr>
        <p:spPr>
          <a:xfrm>
            <a:off x="798100" y="3806947"/>
            <a:ext cx="2258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2"/>
          <p:cNvSpPr txBox="1"/>
          <p:nvPr>
            <p:ph idx="8" type="subTitle"/>
          </p:nvPr>
        </p:nvSpPr>
        <p:spPr>
          <a:xfrm>
            <a:off x="3442800" y="3806947"/>
            <a:ext cx="2258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9" type="subTitle"/>
          </p:nvPr>
        </p:nvSpPr>
        <p:spPr>
          <a:xfrm>
            <a:off x="6087500" y="3806947"/>
            <a:ext cx="22584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6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713100" y="1314138"/>
            <a:ext cx="4269000" cy="16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" type="subTitle"/>
          </p:nvPr>
        </p:nvSpPr>
        <p:spPr>
          <a:xfrm>
            <a:off x="713112" y="3052363"/>
            <a:ext cx="33081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/>
          <p:nvPr/>
        </p:nvSpPr>
        <p:spPr>
          <a:xfrm>
            <a:off x="-734531" y="3561750"/>
            <a:ext cx="1306800" cy="1306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5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713125" y="1441338"/>
            <a:ext cx="3279300" cy="67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6" name="Google Shape;176;p24"/>
          <p:cNvSpPr txBox="1"/>
          <p:nvPr>
            <p:ph idx="1" type="subTitle"/>
          </p:nvPr>
        </p:nvSpPr>
        <p:spPr>
          <a:xfrm>
            <a:off x="713100" y="2229762"/>
            <a:ext cx="3279300" cy="14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/>
          <p:nvPr/>
        </p:nvSpPr>
        <p:spPr>
          <a:xfrm>
            <a:off x="-520150" y="-554697"/>
            <a:ext cx="1656900" cy="16569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3060700" y="4029525"/>
            <a:ext cx="1872600" cy="18726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3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713100" y="1356250"/>
            <a:ext cx="7717800" cy="10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25"/>
          <p:cNvSpPr/>
          <p:nvPr/>
        </p:nvSpPr>
        <p:spPr>
          <a:xfrm>
            <a:off x="8059925" y="-58130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-1084075" y="22520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BLANK_15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2295450" y="4034025"/>
            <a:ext cx="45531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>
            <a:off x="8430900" y="1301000"/>
            <a:ext cx="1630800" cy="1630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1007825" y="-1256575"/>
            <a:ext cx="1630800" cy="16308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-436075" y="3769200"/>
            <a:ext cx="1901100" cy="19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92" name="Google Shape;192;p27"/>
          <p:cNvSpPr/>
          <p:nvPr/>
        </p:nvSpPr>
        <p:spPr>
          <a:xfrm>
            <a:off x="7995525" y="-690475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6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/>
          <p:nvPr/>
        </p:nvSpPr>
        <p:spPr>
          <a:xfrm>
            <a:off x="-1100175" y="2571750"/>
            <a:ext cx="1708200" cy="1708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4572000" y="646019"/>
            <a:ext cx="38715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96" name="Google Shape;196;p28"/>
          <p:cNvSpPr txBox="1"/>
          <p:nvPr>
            <p:ph idx="1" type="subTitle"/>
          </p:nvPr>
        </p:nvSpPr>
        <p:spPr>
          <a:xfrm>
            <a:off x="5167650" y="1587319"/>
            <a:ext cx="2680200" cy="11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/>
        </p:nvSpPr>
        <p:spPr>
          <a:xfrm>
            <a:off x="4809300" y="3576398"/>
            <a:ext cx="339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and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8317925" y="1710300"/>
            <a:ext cx="1766400" cy="17664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8"/>
          <p:cNvSpPr/>
          <p:nvPr/>
        </p:nvSpPr>
        <p:spPr>
          <a:xfrm>
            <a:off x="-388675" y="4086225"/>
            <a:ext cx="1601700" cy="16017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3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/>
          <p:nvPr/>
        </p:nvSpPr>
        <p:spPr>
          <a:xfrm>
            <a:off x="-921525" y="-984975"/>
            <a:ext cx="2140800" cy="21408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"/>
          <p:cNvSpPr/>
          <p:nvPr/>
        </p:nvSpPr>
        <p:spPr>
          <a:xfrm>
            <a:off x="7870425" y="4003425"/>
            <a:ext cx="1601100" cy="16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1549350" y="4498350"/>
            <a:ext cx="1531500" cy="15312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6656650" y="-540375"/>
            <a:ext cx="1115700" cy="11157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/>
          <p:nvPr/>
        </p:nvSpPr>
        <p:spPr>
          <a:xfrm>
            <a:off x="7460475" y="-880025"/>
            <a:ext cx="2415900" cy="2415900"/>
          </a:xfrm>
          <a:prstGeom prst="donut">
            <a:avLst>
              <a:gd fmla="val 772" name="adj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-607200" y="2174050"/>
            <a:ext cx="1601100" cy="1601100"/>
          </a:xfrm>
          <a:prstGeom prst="donut">
            <a:avLst>
              <a:gd fmla="val 1206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/>
          <p:nvPr/>
        </p:nvSpPr>
        <p:spPr>
          <a:xfrm>
            <a:off x="6589975" y="4498350"/>
            <a:ext cx="1115700" cy="1115700"/>
          </a:xfrm>
          <a:prstGeom prst="donut">
            <a:avLst>
              <a:gd fmla="val 1115" name="adj"/>
            </a:avLst>
          </a:prstGeom>
          <a:gradFill>
            <a:gsLst>
              <a:gs pos="0">
                <a:schemeClr val="accent2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anrope"/>
              <a:buNone/>
              <a:defRPr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●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○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ssistant"/>
              <a:buChar char="■"/>
              <a:defRPr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tilesj05/reu2025-cybersec-StilesAndK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arxiv.org/abs/2402.07049" TargetMode="External"/><Relationship Id="rId4" Type="http://schemas.openxmlformats.org/officeDocument/2006/relationships/hyperlink" Target="https://link.springer.com/article/10.1007/s42452-025-07101-2" TargetMode="External"/><Relationship Id="rId5" Type="http://schemas.openxmlformats.org/officeDocument/2006/relationships/hyperlink" Target="https://doi.org/10.1109/TRO.2024.XXXX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/>
          <p:nvPr/>
        </p:nvSpPr>
        <p:spPr>
          <a:xfrm>
            <a:off x="713100" y="3754950"/>
            <a:ext cx="4061100" cy="37230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4" name="Google Shape;214;p31"/>
          <p:cNvCxnSpPr/>
          <p:nvPr/>
        </p:nvCxnSpPr>
        <p:spPr>
          <a:xfrm>
            <a:off x="713100" y="3539910"/>
            <a:ext cx="4061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1"/>
          <p:cNvSpPr txBox="1"/>
          <p:nvPr>
            <p:ph type="ctrTitle"/>
          </p:nvPr>
        </p:nvSpPr>
        <p:spPr>
          <a:xfrm>
            <a:off x="713100" y="1016250"/>
            <a:ext cx="4263000" cy="24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Post-Disaster Hospital Simulation with Digital Twins and Adaptive Task Allocation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</p:txBody>
      </p:sp>
      <p:sp>
        <p:nvSpPr>
          <p:cNvPr id="216" name="Google Shape;216;p31"/>
          <p:cNvSpPr txBox="1"/>
          <p:nvPr>
            <p:ph idx="1" type="subTitle"/>
          </p:nvPr>
        </p:nvSpPr>
        <p:spPr>
          <a:xfrm>
            <a:off x="785275" y="3797875"/>
            <a:ext cx="3901800" cy="2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Jaydine Stiles, Joseph Ko | Dr. Yugyung Lee | June 30, 2025</a:t>
            </a:r>
            <a:endParaRPr sz="1200"/>
          </a:p>
        </p:txBody>
      </p:sp>
      <p:grpSp>
        <p:nvGrpSpPr>
          <p:cNvPr id="217" name="Google Shape;217;p31"/>
          <p:cNvGrpSpPr/>
          <p:nvPr/>
        </p:nvGrpSpPr>
        <p:grpSpPr>
          <a:xfrm flipH="1">
            <a:off x="4981451" y="434116"/>
            <a:ext cx="4819425" cy="5143328"/>
            <a:chOff x="4523982" y="824638"/>
            <a:chExt cx="4046876" cy="4318858"/>
          </a:xfrm>
        </p:grpSpPr>
        <p:sp>
          <p:nvSpPr>
            <p:cNvPr id="218" name="Google Shape;218;p31"/>
            <p:cNvSpPr/>
            <p:nvPr/>
          </p:nvSpPr>
          <p:spPr>
            <a:xfrm flipH="1" rot="-1013820">
              <a:off x="7267339" y="2495572"/>
              <a:ext cx="118829" cy="137513"/>
            </a:xfrm>
            <a:custGeom>
              <a:rect b="b" l="l" r="r" t="t"/>
              <a:pathLst>
                <a:path extrusionOk="0" h="736" w="636">
                  <a:moveTo>
                    <a:pt x="290" y="1"/>
                  </a:moveTo>
                  <a:lnTo>
                    <a:pt x="1" y="591"/>
                  </a:lnTo>
                  <a:lnTo>
                    <a:pt x="235" y="736"/>
                  </a:lnTo>
                  <a:lnTo>
                    <a:pt x="636" y="134"/>
                  </a:lnTo>
                  <a:cubicBezTo>
                    <a:pt x="636" y="134"/>
                    <a:pt x="580" y="1"/>
                    <a:pt x="29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1"/>
            <p:cNvSpPr/>
            <p:nvPr/>
          </p:nvSpPr>
          <p:spPr>
            <a:xfrm flipH="1" rot="-1013820">
              <a:off x="7078965" y="2668303"/>
              <a:ext cx="116587" cy="127050"/>
            </a:xfrm>
            <a:custGeom>
              <a:rect b="b" l="l" r="r" t="t"/>
              <a:pathLst>
                <a:path extrusionOk="0" h="680" w="624">
                  <a:moveTo>
                    <a:pt x="334" y="0"/>
                  </a:moveTo>
                  <a:lnTo>
                    <a:pt x="0" y="546"/>
                  </a:lnTo>
                  <a:lnTo>
                    <a:pt x="156" y="680"/>
                  </a:lnTo>
                  <a:lnTo>
                    <a:pt x="624" y="145"/>
                  </a:lnTo>
                  <a:cubicBezTo>
                    <a:pt x="535" y="22"/>
                    <a:pt x="334" y="0"/>
                    <a:pt x="33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1"/>
            <p:cNvSpPr/>
            <p:nvPr/>
          </p:nvSpPr>
          <p:spPr>
            <a:xfrm flipH="1" rot="-1013820">
              <a:off x="6804389" y="2851239"/>
              <a:ext cx="129105" cy="200104"/>
            </a:xfrm>
            <a:custGeom>
              <a:rect b="b" l="l" r="r" t="t"/>
              <a:pathLst>
                <a:path extrusionOk="0" h="1071" w="691">
                  <a:moveTo>
                    <a:pt x="403" y="0"/>
                  </a:moveTo>
                  <a:cubicBezTo>
                    <a:pt x="388" y="0"/>
                    <a:pt x="379" y="2"/>
                    <a:pt x="379" y="2"/>
                  </a:cubicBezTo>
                  <a:lnTo>
                    <a:pt x="0" y="960"/>
                  </a:lnTo>
                  <a:lnTo>
                    <a:pt x="312" y="1071"/>
                  </a:lnTo>
                  <a:lnTo>
                    <a:pt x="691" y="135"/>
                  </a:lnTo>
                  <a:cubicBezTo>
                    <a:pt x="587" y="14"/>
                    <a:pt x="456" y="0"/>
                    <a:pt x="40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1"/>
            <p:cNvSpPr/>
            <p:nvPr/>
          </p:nvSpPr>
          <p:spPr>
            <a:xfrm flipH="1" rot="-1013820">
              <a:off x="6101783" y="2940292"/>
              <a:ext cx="836850" cy="403945"/>
            </a:xfrm>
            <a:custGeom>
              <a:rect b="b" l="l" r="r" t="t"/>
              <a:pathLst>
                <a:path extrusionOk="0" h="2162" w="4479">
                  <a:moveTo>
                    <a:pt x="2563" y="446"/>
                  </a:moveTo>
                  <a:cubicBezTo>
                    <a:pt x="2563" y="446"/>
                    <a:pt x="769" y="0"/>
                    <a:pt x="435" y="178"/>
                  </a:cubicBezTo>
                  <a:cubicBezTo>
                    <a:pt x="435" y="178"/>
                    <a:pt x="1" y="1136"/>
                    <a:pt x="23" y="1147"/>
                  </a:cubicBezTo>
                  <a:cubicBezTo>
                    <a:pt x="45" y="1159"/>
                    <a:pt x="1326" y="2161"/>
                    <a:pt x="2897" y="1381"/>
                  </a:cubicBezTo>
                  <a:cubicBezTo>
                    <a:pt x="4478" y="591"/>
                    <a:pt x="2663" y="468"/>
                    <a:pt x="2563" y="44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1"/>
            <p:cNvSpPr/>
            <p:nvPr/>
          </p:nvSpPr>
          <p:spPr>
            <a:xfrm flipH="1" rot="-1013820">
              <a:off x="6825790" y="2722235"/>
              <a:ext cx="374985" cy="277082"/>
            </a:xfrm>
            <a:custGeom>
              <a:rect b="b" l="l" r="r" t="t"/>
              <a:pathLst>
                <a:path extrusionOk="0" h="1483" w="2007">
                  <a:moveTo>
                    <a:pt x="391" y="1"/>
                  </a:moveTo>
                  <a:cubicBezTo>
                    <a:pt x="391" y="1"/>
                    <a:pt x="1694" y="224"/>
                    <a:pt x="2006" y="447"/>
                  </a:cubicBezTo>
                  <a:cubicBezTo>
                    <a:pt x="2006" y="447"/>
                    <a:pt x="1638" y="1338"/>
                    <a:pt x="1538" y="1405"/>
                  </a:cubicBezTo>
                  <a:cubicBezTo>
                    <a:pt x="1438" y="1482"/>
                    <a:pt x="23" y="859"/>
                    <a:pt x="1" y="636"/>
                  </a:cubicBezTo>
                  <a:cubicBezTo>
                    <a:pt x="1" y="502"/>
                    <a:pt x="391" y="1"/>
                    <a:pt x="39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1"/>
            <p:cNvSpPr/>
            <p:nvPr/>
          </p:nvSpPr>
          <p:spPr>
            <a:xfrm flipH="1" rot="-1013820">
              <a:off x="7102930" y="2542199"/>
              <a:ext cx="264377" cy="200104"/>
            </a:xfrm>
            <a:custGeom>
              <a:rect b="b" l="l" r="r" t="t"/>
              <a:pathLst>
                <a:path extrusionOk="0" h="1071" w="1415">
                  <a:moveTo>
                    <a:pt x="1415" y="491"/>
                  </a:moveTo>
                  <a:cubicBezTo>
                    <a:pt x="1415" y="491"/>
                    <a:pt x="1014" y="112"/>
                    <a:pt x="390" y="1"/>
                  </a:cubicBezTo>
                  <a:cubicBezTo>
                    <a:pt x="390" y="1"/>
                    <a:pt x="56" y="402"/>
                    <a:pt x="0" y="625"/>
                  </a:cubicBezTo>
                  <a:cubicBezTo>
                    <a:pt x="0" y="625"/>
                    <a:pt x="535" y="1003"/>
                    <a:pt x="1058" y="1070"/>
                  </a:cubicBezTo>
                  <a:cubicBezTo>
                    <a:pt x="1058" y="1070"/>
                    <a:pt x="1304" y="825"/>
                    <a:pt x="1415" y="49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1"/>
            <p:cNvSpPr/>
            <p:nvPr/>
          </p:nvSpPr>
          <p:spPr>
            <a:xfrm flipH="1" rot="-1013820">
              <a:off x="7279826" y="2264520"/>
              <a:ext cx="449720" cy="289413"/>
            </a:xfrm>
            <a:custGeom>
              <a:rect b="b" l="l" r="r" t="t"/>
              <a:pathLst>
                <a:path extrusionOk="0" h="1549" w="2407">
                  <a:moveTo>
                    <a:pt x="2395" y="936"/>
                  </a:moveTo>
                  <a:cubicBezTo>
                    <a:pt x="2395" y="936"/>
                    <a:pt x="1315" y="145"/>
                    <a:pt x="658" y="78"/>
                  </a:cubicBezTo>
                  <a:cubicBezTo>
                    <a:pt x="0" y="0"/>
                    <a:pt x="268" y="691"/>
                    <a:pt x="1148" y="1081"/>
                  </a:cubicBezTo>
                  <a:cubicBezTo>
                    <a:pt x="2016" y="1471"/>
                    <a:pt x="1894" y="1482"/>
                    <a:pt x="2094" y="1549"/>
                  </a:cubicBezTo>
                  <a:cubicBezTo>
                    <a:pt x="2094" y="1549"/>
                    <a:pt x="2406" y="1103"/>
                    <a:pt x="2395" y="93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1"/>
            <p:cNvSpPr/>
            <p:nvPr/>
          </p:nvSpPr>
          <p:spPr>
            <a:xfrm flipH="1" rot="-1013820">
              <a:off x="7510819" y="2421583"/>
              <a:ext cx="141810" cy="195807"/>
            </a:xfrm>
            <a:custGeom>
              <a:rect b="b" l="l" r="r" t="t"/>
              <a:pathLst>
                <a:path extrusionOk="0" h="1048" w="759">
                  <a:moveTo>
                    <a:pt x="524" y="1"/>
                  </a:moveTo>
                  <a:lnTo>
                    <a:pt x="1" y="847"/>
                  </a:lnTo>
                  <a:lnTo>
                    <a:pt x="212" y="1048"/>
                  </a:lnTo>
                  <a:lnTo>
                    <a:pt x="758" y="157"/>
                  </a:lnTo>
                  <a:cubicBezTo>
                    <a:pt x="714" y="23"/>
                    <a:pt x="524" y="1"/>
                    <a:pt x="52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1"/>
            <p:cNvSpPr/>
            <p:nvPr/>
          </p:nvSpPr>
          <p:spPr>
            <a:xfrm flipH="1" rot="-1013820">
              <a:off x="7257964" y="2679980"/>
              <a:ext cx="168715" cy="229251"/>
            </a:xfrm>
            <a:custGeom>
              <a:rect b="b" l="l" r="r" t="t"/>
              <a:pathLst>
                <a:path extrusionOk="0" h="1227" w="903">
                  <a:moveTo>
                    <a:pt x="652" y="1"/>
                  </a:moveTo>
                  <a:cubicBezTo>
                    <a:pt x="649" y="1"/>
                    <a:pt x="647" y="1"/>
                    <a:pt x="647" y="1"/>
                  </a:cubicBezTo>
                  <a:lnTo>
                    <a:pt x="1" y="1003"/>
                  </a:lnTo>
                  <a:lnTo>
                    <a:pt x="201" y="1226"/>
                  </a:lnTo>
                  <a:lnTo>
                    <a:pt x="903" y="168"/>
                  </a:lnTo>
                  <a:cubicBezTo>
                    <a:pt x="814" y="9"/>
                    <a:pt x="681" y="1"/>
                    <a:pt x="65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1"/>
            <p:cNvSpPr/>
            <p:nvPr/>
          </p:nvSpPr>
          <p:spPr>
            <a:xfrm flipH="1" rot="-1013820">
              <a:off x="7006222" y="2876810"/>
              <a:ext cx="185531" cy="181233"/>
            </a:xfrm>
            <a:custGeom>
              <a:rect b="b" l="l" r="r" t="t"/>
              <a:pathLst>
                <a:path extrusionOk="0" h="970" w="993">
                  <a:moveTo>
                    <a:pt x="770" y="1"/>
                  </a:moveTo>
                  <a:lnTo>
                    <a:pt x="1" y="870"/>
                  </a:lnTo>
                  <a:lnTo>
                    <a:pt x="257" y="970"/>
                  </a:lnTo>
                  <a:lnTo>
                    <a:pt x="992" y="157"/>
                  </a:lnTo>
                  <a:cubicBezTo>
                    <a:pt x="981" y="45"/>
                    <a:pt x="770" y="1"/>
                    <a:pt x="77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1"/>
            <p:cNvSpPr/>
            <p:nvPr/>
          </p:nvSpPr>
          <p:spPr>
            <a:xfrm flipH="1" rot="-1013820">
              <a:off x="6685392" y="2949641"/>
              <a:ext cx="491385" cy="283247"/>
            </a:xfrm>
            <a:custGeom>
              <a:rect b="b" l="l" r="r" t="t"/>
              <a:pathLst>
                <a:path extrusionOk="0" h="1516" w="2630">
                  <a:moveTo>
                    <a:pt x="2529" y="903"/>
                  </a:moveTo>
                  <a:cubicBezTo>
                    <a:pt x="2529" y="903"/>
                    <a:pt x="903" y="12"/>
                    <a:pt x="725" y="1"/>
                  </a:cubicBezTo>
                  <a:cubicBezTo>
                    <a:pt x="725" y="1"/>
                    <a:pt x="246" y="491"/>
                    <a:pt x="1" y="847"/>
                  </a:cubicBezTo>
                  <a:cubicBezTo>
                    <a:pt x="1" y="847"/>
                    <a:pt x="2006" y="1516"/>
                    <a:pt x="2050" y="1482"/>
                  </a:cubicBezTo>
                  <a:cubicBezTo>
                    <a:pt x="2095" y="1449"/>
                    <a:pt x="2630" y="1037"/>
                    <a:pt x="2529" y="90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1"/>
            <p:cNvSpPr/>
            <p:nvPr/>
          </p:nvSpPr>
          <p:spPr>
            <a:xfrm flipH="1" rot="-1013820">
              <a:off x="7016700" y="2738022"/>
              <a:ext cx="389372" cy="268674"/>
            </a:xfrm>
            <a:custGeom>
              <a:rect b="b" l="l" r="r" t="t"/>
              <a:pathLst>
                <a:path extrusionOk="0" h="1438" w="2084">
                  <a:moveTo>
                    <a:pt x="2083" y="558"/>
                  </a:moveTo>
                  <a:cubicBezTo>
                    <a:pt x="2083" y="558"/>
                    <a:pt x="1548" y="201"/>
                    <a:pt x="657" y="1"/>
                  </a:cubicBezTo>
                  <a:cubicBezTo>
                    <a:pt x="657" y="1"/>
                    <a:pt x="189" y="691"/>
                    <a:pt x="0" y="1037"/>
                  </a:cubicBezTo>
                  <a:cubicBezTo>
                    <a:pt x="0" y="1037"/>
                    <a:pt x="668" y="1382"/>
                    <a:pt x="1314" y="1438"/>
                  </a:cubicBezTo>
                  <a:cubicBezTo>
                    <a:pt x="1314" y="1438"/>
                    <a:pt x="1972" y="803"/>
                    <a:pt x="2083" y="55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1"/>
            <p:cNvSpPr/>
            <p:nvPr/>
          </p:nvSpPr>
          <p:spPr>
            <a:xfrm flipH="1" rot="-1013820">
              <a:off x="7506272" y="2180935"/>
              <a:ext cx="512124" cy="347893"/>
            </a:xfrm>
            <a:custGeom>
              <a:rect b="b" l="l" r="r" t="t"/>
              <a:pathLst>
                <a:path extrusionOk="0" h="1862" w="2741">
                  <a:moveTo>
                    <a:pt x="2741" y="981"/>
                  </a:moveTo>
                  <a:cubicBezTo>
                    <a:pt x="2741" y="981"/>
                    <a:pt x="1048" y="168"/>
                    <a:pt x="691" y="90"/>
                  </a:cubicBezTo>
                  <a:cubicBezTo>
                    <a:pt x="335" y="1"/>
                    <a:pt x="1" y="391"/>
                    <a:pt x="424" y="847"/>
                  </a:cubicBezTo>
                  <a:cubicBezTo>
                    <a:pt x="858" y="1304"/>
                    <a:pt x="2217" y="1861"/>
                    <a:pt x="2217" y="1861"/>
                  </a:cubicBezTo>
                  <a:cubicBezTo>
                    <a:pt x="2217" y="1861"/>
                    <a:pt x="2674" y="1215"/>
                    <a:pt x="2741" y="98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 flipH="1" rot="-1013820">
              <a:off x="7261286" y="2484207"/>
              <a:ext cx="395724" cy="351817"/>
            </a:xfrm>
            <a:custGeom>
              <a:rect b="b" l="l" r="r" t="t"/>
              <a:pathLst>
                <a:path extrusionOk="0" h="1883" w="2118">
                  <a:moveTo>
                    <a:pt x="2117" y="847"/>
                  </a:moveTo>
                  <a:cubicBezTo>
                    <a:pt x="2117" y="847"/>
                    <a:pt x="1315" y="156"/>
                    <a:pt x="569" y="0"/>
                  </a:cubicBezTo>
                  <a:cubicBezTo>
                    <a:pt x="569" y="0"/>
                    <a:pt x="246" y="357"/>
                    <a:pt x="1" y="891"/>
                  </a:cubicBezTo>
                  <a:cubicBezTo>
                    <a:pt x="1" y="891"/>
                    <a:pt x="580" y="1370"/>
                    <a:pt x="1460" y="1883"/>
                  </a:cubicBezTo>
                  <a:cubicBezTo>
                    <a:pt x="1460" y="1883"/>
                    <a:pt x="1973" y="1304"/>
                    <a:pt x="2117" y="84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1"/>
            <p:cNvSpPr/>
            <p:nvPr/>
          </p:nvSpPr>
          <p:spPr>
            <a:xfrm flipH="1" rot="-1013820">
              <a:off x="6839467" y="3142832"/>
              <a:ext cx="351817" cy="244198"/>
            </a:xfrm>
            <a:custGeom>
              <a:rect b="b" l="l" r="r" t="t"/>
              <a:pathLst>
                <a:path extrusionOk="0" h="1307" w="1883">
                  <a:moveTo>
                    <a:pt x="680" y="1"/>
                  </a:moveTo>
                  <a:lnTo>
                    <a:pt x="0" y="992"/>
                  </a:lnTo>
                  <a:cubicBezTo>
                    <a:pt x="0" y="992"/>
                    <a:pt x="234" y="1306"/>
                    <a:pt x="853" y="1306"/>
                  </a:cubicBezTo>
                  <a:cubicBezTo>
                    <a:pt x="924" y="1306"/>
                    <a:pt x="1000" y="1302"/>
                    <a:pt x="1081" y="1293"/>
                  </a:cubicBezTo>
                  <a:cubicBezTo>
                    <a:pt x="1883" y="1204"/>
                    <a:pt x="1326" y="213"/>
                    <a:pt x="1326" y="213"/>
                  </a:cubicBezTo>
                  <a:lnTo>
                    <a:pt x="68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1"/>
            <p:cNvSpPr/>
            <p:nvPr/>
          </p:nvSpPr>
          <p:spPr>
            <a:xfrm flipH="1" rot="-1013820">
              <a:off x="7713431" y="2468133"/>
              <a:ext cx="162550" cy="201972"/>
            </a:xfrm>
            <a:custGeom>
              <a:rect b="b" l="l" r="r" t="t"/>
              <a:pathLst>
                <a:path extrusionOk="0" h="1081" w="870">
                  <a:moveTo>
                    <a:pt x="557" y="0"/>
                  </a:moveTo>
                  <a:lnTo>
                    <a:pt x="0" y="880"/>
                  </a:lnTo>
                  <a:cubicBezTo>
                    <a:pt x="56" y="1058"/>
                    <a:pt x="246" y="1080"/>
                    <a:pt x="246" y="1080"/>
                  </a:cubicBezTo>
                  <a:lnTo>
                    <a:pt x="869" y="156"/>
                  </a:lnTo>
                  <a:cubicBezTo>
                    <a:pt x="736" y="11"/>
                    <a:pt x="557" y="0"/>
                    <a:pt x="55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1"/>
            <p:cNvSpPr/>
            <p:nvPr/>
          </p:nvSpPr>
          <p:spPr>
            <a:xfrm flipH="1" rot="-1013820">
              <a:off x="7400160" y="2821586"/>
              <a:ext cx="162363" cy="181233"/>
            </a:xfrm>
            <a:custGeom>
              <a:rect b="b" l="l" r="r" t="t"/>
              <a:pathLst>
                <a:path extrusionOk="0" h="970" w="869">
                  <a:moveTo>
                    <a:pt x="602" y="1"/>
                  </a:moveTo>
                  <a:lnTo>
                    <a:pt x="0" y="725"/>
                  </a:lnTo>
                  <a:cubicBezTo>
                    <a:pt x="0" y="881"/>
                    <a:pt x="256" y="970"/>
                    <a:pt x="256" y="970"/>
                  </a:cubicBezTo>
                  <a:lnTo>
                    <a:pt x="869" y="190"/>
                  </a:lnTo>
                  <a:cubicBezTo>
                    <a:pt x="824" y="23"/>
                    <a:pt x="602" y="1"/>
                    <a:pt x="602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1"/>
            <p:cNvSpPr/>
            <p:nvPr/>
          </p:nvSpPr>
          <p:spPr>
            <a:xfrm flipH="1" rot="-1013820">
              <a:off x="7015657" y="2909589"/>
              <a:ext cx="551734" cy="366390"/>
            </a:xfrm>
            <a:custGeom>
              <a:rect b="b" l="l" r="r" t="t"/>
              <a:pathLst>
                <a:path extrusionOk="0" h="1961" w="2953">
                  <a:moveTo>
                    <a:pt x="2953" y="780"/>
                  </a:moveTo>
                  <a:cubicBezTo>
                    <a:pt x="2953" y="780"/>
                    <a:pt x="1081" y="134"/>
                    <a:pt x="636" y="0"/>
                  </a:cubicBezTo>
                  <a:cubicBezTo>
                    <a:pt x="636" y="0"/>
                    <a:pt x="146" y="557"/>
                    <a:pt x="1" y="813"/>
                  </a:cubicBezTo>
                  <a:cubicBezTo>
                    <a:pt x="1" y="813"/>
                    <a:pt x="1616" y="1961"/>
                    <a:pt x="2206" y="1927"/>
                  </a:cubicBezTo>
                  <a:cubicBezTo>
                    <a:pt x="2797" y="1905"/>
                    <a:pt x="2897" y="1203"/>
                    <a:pt x="2953" y="78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1"/>
            <p:cNvSpPr/>
            <p:nvPr/>
          </p:nvSpPr>
          <p:spPr>
            <a:xfrm flipH="1" rot="-1013820">
              <a:off x="7070517" y="2984584"/>
              <a:ext cx="508014" cy="283247"/>
            </a:xfrm>
            <a:custGeom>
              <a:rect b="b" l="l" r="r" t="t"/>
              <a:pathLst>
                <a:path extrusionOk="0" h="1516" w="2719">
                  <a:moveTo>
                    <a:pt x="1861" y="1059"/>
                  </a:moveTo>
                  <a:cubicBezTo>
                    <a:pt x="1527" y="903"/>
                    <a:pt x="1137" y="792"/>
                    <a:pt x="836" y="558"/>
                  </a:cubicBezTo>
                  <a:cubicBezTo>
                    <a:pt x="625" y="391"/>
                    <a:pt x="435" y="201"/>
                    <a:pt x="257" y="1"/>
                  </a:cubicBezTo>
                  <a:cubicBezTo>
                    <a:pt x="157" y="134"/>
                    <a:pt x="45" y="268"/>
                    <a:pt x="1" y="368"/>
                  </a:cubicBezTo>
                  <a:cubicBezTo>
                    <a:pt x="1" y="368"/>
                    <a:pt x="1616" y="1516"/>
                    <a:pt x="2206" y="1482"/>
                  </a:cubicBezTo>
                  <a:cubicBezTo>
                    <a:pt x="2451" y="1471"/>
                    <a:pt x="2607" y="1349"/>
                    <a:pt x="2719" y="1170"/>
                  </a:cubicBezTo>
                  <a:cubicBezTo>
                    <a:pt x="2451" y="1237"/>
                    <a:pt x="2140" y="1193"/>
                    <a:pt x="1861" y="105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1"/>
            <p:cNvSpPr/>
            <p:nvPr/>
          </p:nvSpPr>
          <p:spPr>
            <a:xfrm flipH="1" rot="-1013820">
              <a:off x="7405027" y="2549700"/>
              <a:ext cx="466349" cy="368632"/>
            </a:xfrm>
            <a:custGeom>
              <a:rect b="b" l="l" r="r" t="t"/>
              <a:pathLst>
                <a:path extrusionOk="0" h="1973" w="2496">
                  <a:moveTo>
                    <a:pt x="2496" y="1171"/>
                  </a:moveTo>
                  <a:cubicBezTo>
                    <a:pt x="2496" y="1171"/>
                    <a:pt x="1716" y="491"/>
                    <a:pt x="624" y="1"/>
                  </a:cubicBezTo>
                  <a:cubicBezTo>
                    <a:pt x="624" y="1"/>
                    <a:pt x="201" y="435"/>
                    <a:pt x="1" y="925"/>
                  </a:cubicBezTo>
                  <a:cubicBezTo>
                    <a:pt x="1" y="925"/>
                    <a:pt x="970" y="1739"/>
                    <a:pt x="1916" y="1973"/>
                  </a:cubicBezTo>
                  <a:cubicBezTo>
                    <a:pt x="1916" y="1973"/>
                    <a:pt x="2407" y="1449"/>
                    <a:pt x="2496" y="117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1"/>
            <p:cNvSpPr/>
            <p:nvPr/>
          </p:nvSpPr>
          <p:spPr>
            <a:xfrm flipH="1" rot="-1013820">
              <a:off x="7498401" y="2646252"/>
              <a:ext cx="387316" cy="258211"/>
            </a:xfrm>
            <a:custGeom>
              <a:rect b="b" l="l" r="r" t="t"/>
              <a:pathLst>
                <a:path extrusionOk="0" h="1382" w="2073">
                  <a:moveTo>
                    <a:pt x="179" y="0"/>
                  </a:moveTo>
                  <a:cubicBezTo>
                    <a:pt x="112" y="101"/>
                    <a:pt x="45" y="212"/>
                    <a:pt x="1" y="334"/>
                  </a:cubicBezTo>
                  <a:cubicBezTo>
                    <a:pt x="1" y="334"/>
                    <a:pt x="970" y="1148"/>
                    <a:pt x="1916" y="1382"/>
                  </a:cubicBezTo>
                  <a:cubicBezTo>
                    <a:pt x="1916" y="1382"/>
                    <a:pt x="1983" y="1315"/>
                    <a:pt x="2072" y="1214"/>
                  </a:cubicBezTo>
                  <a:cubicBezTo>
                    <a:pt x="1983" y="1203"/>
                    <a:pt x="958" y="936"/>
                    <a:pt x="179" y="0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1"/>
            <p:cNvSpPr/>
            <p:nvPr/>
          </p:nvSpPr>
          <p:spPr>
            <a:xfrm flipH="1" rot="-1013820">
              <a:off x="7723525" y="2262490"/>
              <a:ext cx="651693" cy="306228"/>
            </a:xfrm>
            <a:custGeom>
              <a:rect b="b" l="l" r="r" t="t"/>
              <a:pathLst>
                <a:path extrusionOk="0" h="1639" w="3488">
                  <a:moveTo>
                    <a:pt x="3487" y="680"/>
                  </a:moveTo>
                  <a:cubicBezTo>
                    <a:pt x="3487" y="680"/>
                    <a:pt x="2864" y="1"/>
                    <a:pt x="1438" y="23"/>
                  </a:cubicBezTo>
                  <a:cubicBezTo>
                    <a:pt x="1" y="34"/>
                    <a:pt x="101" y="680"/>
                    <a:pt x="736" y="981"/>
                  </a:cubicBezTo>
                  <a:cubicBezTo>
                    <a:pt x="1371" y="1282"/>
                    <a:pt x="2563" y="1594"/>
                    <a:pt x="2897" y="1638"/>
                  </a:cubicBezTo>
                  <a:cubicBezTo>
                    <a:pt x="2897" y="1638"/>
                    <a:pt x="3476" y="825"/>
                    <a:pt x="3487" y="68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1"/>
            <p:cNvSpPr/>
            <p:nvPr/>
          </p:nvSpPr>
          <p:spPr>
            <a:xfrm flipH="1" rot="-1013820">
              <a:off x="7799335" y="2323814"/>
              <a:ext cx="545382" cy="239527"/>
            </a:xfrm>
            <a:custGeom>
              <a:rect b="b" l="l" r="r" t="t"/>
              <a:pathLst>
                <a:path extrusionOk="0" h="1282" w="2919">
                  <a:moveTo>
                    <a:pt x="1137" y="590"/>
                  </a:moveTo>
                  <a:cubicBezTo>
                    <a:pt x="769" y="435"/>
                    <a:pt x="402" y="267"/>
                    <a:pt x="123" y="0"/>
                  </a:cubicBezTo>
                  <a:cubicBezTo>
                    <a:pt x="1" y="201"/>
                    <a:pt x="179" y="468"/>
                    <a:pt x="524" y="624"/>
                  </a:cubicBezTo>
                  <a:cubicBezTo>
                    <a:pt x="1159" y="925"/>
                    <a:pt x="2351" y="1237"/>
                    <a:pt x="2685" y="1281"/>
                  </a:cubicBezTo>
                  <a:cubicBezTo>
                    <a:pt x="2685" y="1281"/>
                    <a:pt x="2796" y="1125"/>
                    <a:pt x="2919" y="947"/>
                  </a:cubicBezTo>
                  <a:cubicBezTo>
                    <a:pt x="2317" y="958"/>
                    <a:pt x="1660" y="802"/>
                    <a:pt x="1137" y="590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1"/>
            <p:cNvSpPr/>
            <p:nvPr/>
          </p:nvSpPr>
          <p:spPr>
            <a:xfrm flipH="1" rot="-1013820">
              <a:off x="4664893" y="3790666"/>
              <a:ext cx="1390452" cy="1176149"/>
            </a:xfrm>
            <a:custGeom>
              <a:rect b="b" l="l" r="r" t="t"/>
              <a:pathLst>
                <a:path extrusionOk="0" h="6295" w="7442">
                  <a:moveTo>
                    <a:pt x="7441" y="4044"/>
                  </a:moveTo>
                  <a:cubicBezTo>
                    <a:pt x="7441" y="4044"/>
                    <a:pt x="3364" y="2752"/>
                    <a:pt x="1627" y="1"/>
                  </a:cubicBezTo>
                  <a:lnTo>
                    <a:pt x="0" y="1081"/>
                  </a:lnTo>
                  <a:cubicBezTo>
                    <a:pt x="0" y="1081"/>
                    <a:pt x="2317" y="4902"/>
                    <a:pt x="2974" y="6294"/>
                  </a:cubicBezTo>
                  <a:cubicBezTo>
                    <a:pt x="2974" y="6294"/>
                    <a:pt x="5659" y="6083"/>
                    <a:pt x="7441" y="404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1"/>
            <p:cNvSpPr/>
            <p:nvPr/>
          </p:nvSpPr>
          <p:spPr>
            <a:xfrm flipH="1" rot="-1013820">
              <a:off x="5027196" y="3888939"/>
              <a:ext cx="1042746" cy="1024062"/>
            </a:xfrm>
            <a:custGeom>
              <a:rect b="b" l="l" r="r" t="t"/>
              <a:pathLst>
                <a:path extrusionOk="0" h="5481" w="5581">
                  <a:moveTo>
                    <a:pt x="3721" y="3999"/>
                  </a:moveTo>
                  <a:cubicBezTo>
                    <a:pt x="2351" y="2996"/>
                    <a:pt x="1058" y="1593"/>
                    <a:pt x="390" y="0"/>
                  </a:cubicBezTo>
                  <a:lnTo>
                    <a:pt x="0" y="267"/>
                  </a:lnTo>
                  <a:cubicBezTo>
                    <a:pt x="0" y="267"/>
                    <a:pt x="2317" y="4088"/>
                    <a:pt x="2974" y="5480"/>
                  </a:cubicBezTo>
                  <a:cubicBezTo>
                    <a:pt x="2974" y="5480"/>
                    <a:pt x="4222" y="5380"/>
                    <a:pt x="5581" y="4678"/>
                  </a:cubicBezTo>
                  <a:cubicBezTo>
                    <a:pt x="4946" y="4645"/>
                    <a:pt x="4333" y="4444"/>
                    <a:pt x="3721" y="399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1"/>
            <p:cNvSpPr/>
            <p:nvPr/>
          </p:nvSpPr>
          <p:spPr>
            <a:xfrm flipH="1" rot="-1013820">
              <a:off x="4844400" y="3868843"/>
              <a:ext cx="1065914" cy="917938"/>
            </a:xfrm>
            <a:custGeom>
              <a:rect b="b" l="l" r="r" t="t"/>
              <a:pathLst>
                <a:path extrusionOk="0" h="4913" w="5705">
                  <a:moveTo>
                    <a:pt x="235" y="1"/>
                  </a:moveTo>
                  <a:lnTo>
                    <a:pt x="1" y="157"/>
                  </a:lnTo>
                  <a:cubicBezTo>
                    <a:pt x="458" y="947"/>
                    <a:pt x="1237" y="1683"/>
                    <a:pt x="1817" y="2306"/>
                  </a:cubicBezTo>
                  <a:cubicBezTo>
                    <a:pt x="2552" y="3097"/>
                    <a:pt x="3354" y="3821"/>
                    <a:pt x="4256" y="4400"/>
                  </a:cubicBezTo>
                  <a:cubicBezTo>
                    <a:pt x="4468" y="4534"/>
                    <a:pt x="4791" y="4701"/>
                    <a:pt x="5092" y="4913"/>
                  </a:cubicBezTo>
                  <a:cubicBezTo>
                    <a:pt x="5292" y="4801"/>
                    <a:pt x="5504" y="4668"/>
                    <a:pt x="5704" y="4523"/>
                  </a:cubicBezTo>
                  <a:cubicBezTo>
                    <a:pt x="4423" y="4011"/>
                    <a:pt x="2752" y="2785"/>
                    <a:pt x="2162" y="2184"/>
                  </a:cubicBezTo>
                  <a:cubicBezTo>
                    <a:pt x="1494" y="1493"/>
                    <a:pt x="792" y="814"/>
                    <a:pt x="235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1"/>
            <p:cNvSpPr/>
            <p:nvPr/>
          </p:nvSpPr>
          <p:spPr>
            <a:xfrm flipH="1" rot="-1013820">
              <a:off x="5564249" y="2886753"/>
              <a:ext cx="1511150" cy="924103"/>
            </a:xfrm>
            <a:custGeom>
              <a:rect b="b" l="l" r="r" t="t"/>
              <a:pathLst>
                <a:path extrusionOk="0" h="4946" w="8088">
                  <a:moveTo>
                    <a:pt x="8088" y="2551"/>
                  </a:moveTo>
                  <a:cubicBezTo>
                    <a:pt x="8088" y="2551"/>
                    <a:pt x="7130" y="1092"/>
                    <a:pt x="6695" y="546"/>
                  </a:cubicBezTo>
                  <a:cubicBezTo>
                    <a:pt x="6261" y="0"/>
                    <a:pt x="2819" y="1571"/>
                    <a:pt x="2819" y="1571"/>
                  </a:cubicBezTo>
                  <a:cubicBezTo>
                    <a:pt x="2819" y="1571"/>
                    <a:pt x="346" y="2306"/>
                    <a:pt x="268" y="2540"/>
                  </a:cubicBezTo>
                  <a:cubicBezTo>
                    <a:pt x="201" y="2763"/>
                    <a:pt x="1" y="3709"/>
                    <a:pt x="513" y="4032"/>
                  </a:cubicBezTo>
                  <a:cubicBezTo>
                    <a:pt x="1037" y="4367"/>
                    <a:pt x="5871" y="4879"/>
                    <a:pt x="6584" y="4912"/>
                  </a:cubicBezTo>
                  <a:cubicBezTo>
                    <a:pt x="7297" y="4946"/>
                    <a:pt x="8088" y="2551"/>
                    <a:pt x="8088" y="255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1"/>
            <p:cNvSpPr/>
            <p:nvPr/>
          </p:nvSpPr>
          <p:spPr>
            <a:xfrm flipH="1" rot="-1013820">
              <a:off x="5709201" y="2994640"/>
              <a:ext cx="684763" cy="553789"/>
            </a:xfrm>
            <a:custGeom>
              <a:rect b="b" l="l" r="r" t="t"/>
              <a:pathLst>
                <a:path extrusionOk="0" h="2964" w="3665">
                  <a:moveTo>
                    <a:pt x="0" y="2629"/>
                  </a:moveTo>
                  <a:cubicBezTo>
                    <a:pt x="702" y="2852"/>
                    <a:pt x="1337" y="2963"/>
                    <a:pt x="1972" y="2774"/>
                  </a:cubicBezTo>
                  <a:cubicBezTo>
                    <a:pt x="2919" y="2473"/>
                    <a:pt x="3553" y="1905"/>
                    <a:pt x="3665" y="958"/>
                  </a:cubicBezTo>
                  <a:cubicBezTo>
                    <a:pt x="3509" y="724"/>
                    <a:pt x="3353" y="513"/>
                    <a:pt x="3230" y="368"/>
                  </a:cubicBezTo>
                  <a:cubicBezTo>
                    <a:pt x="2930" y="0"/>
                    <a:pt x="1259" y="602"/>
                    <a:pt x="212" y="1025"/>
                  </a:cubicBezTo>
                  <a:cubicBezTo>
                    <a:pt x="379" y="1448"/>
                    <a:pt x="267" y="2139"/>
                    <a:pt x="0" y="2629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1"/>
            <p:cNvSpPr/>
            <p:nvPr/>
          </p:nvSpPr>
          <p:spPr>
            <a:xfrm flipH="1" rot="-1013820">
              <a:off x="5733014" y="3492935"/>
              <a:ext cx="1398673" cy="295765"/>
            </a:xfrm>
            <a:custGeom>
              <a:rect b="b" l="l" r="r" t="t"/>
              <a:pathLst>
                <a:path extrusionOk="0" h="1583" w="7486">
                  <a:moveTo>
                    <a:pt x="7162" y="469"/>
                  </a:moveTo>
                  <a:cubicBezTo>
                    <a:pt x="6227" y="948"/>
                    <a:pt x="5169" y="1003"/>
                    <a:pt x="4144" y="914"/>
                  </a:cubicBezTo>
                  <a:cubicBezTo>
                    <a:pt x="3542" y="859"/>
                    <a:pt x="2974" y="669"/>
                    <a:pt x="2373" y="569"/>
                  </a:cubicBezTo>
                  <a:cubicBezTo>
                    <a:pt x="1805" y="469"/>
                    <a:pt x="1203" y="491"/>
                    <a:pt x="657" y="291"/>
                  </a:cubicBezTo>
                  <a:cubicBezTo>
                    <a:pt x="434" y="213"/>
                    <a:pt x="201" y="123"/>
                    <a:pt x="0" y="1"/>
                  </a:cubicBezTo>
                  <a:cubicBezTo>
                    <a:pt x="22" y="268"/>
                    <a:pt x="111" y="536"/>
                    <a:pt x="334" y="680"/>
                  </a:cubicBezTo>
                  <a:cubicBezTo>
                    <a:pt x="858" y="1015"/>
                    <a:pt x="5692" y="1527"/>
                    <a:pt x="6405" y="1560"/>
                  </a:cubicBezTo>
                  <a:cubicBezTo>
                    <a:pt x="6795" y="1583"/>
                    <a:pt x="7196" y="903"/>
                    <a:pt x="7486" y="268"/>
                  </a:cubicBezTo>
                  <a:cubicBezTo>
                    <a:pt x="7396" y="335"/>
                    <a:pt x="7285" y="413"/>
                    <a:pt x="7162" y="469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1"/>
            <p:cNvSpPr/>
            <p:nvPr/>
          </p:nvSpPr>
          <p:spPr>
            <a:xfrm flipH="1" rot="-1013820">
              <a:off x="5920628" y="2933418"/>
              <a:ext cx="1053209" cy="466910"/>
            </a:xfrm>
            <a:custGeom>
              <a:rect b="b" l="l" r="r" t="t"/>
              <a:pathLst>
                <a:path extrusionOk="0" h="2499" w="5637">
                  <a:moveTo>
                    <a:pt x="5514" y="0"/>
                  </a:moveTo>
                  <a:cubicBezTo>
                    <a:pt x="5447" y="22"/>
                    <a:pt x="5369" y="34"/>
                    <a:pt x="5303" y="56"/>
                  </a:cubicBezTo>
                  <a:cubicBezTo>
                    <a:pt x="5292" y="56"/>
                    <a:pt x="5269" y="67"/>
                    <a:pt x="5247" y="67"/>
                  </a:cubicBezTo>
                  <a:cubicBezTo>
                    <a:pt x="5214" y="78"/>
                    <a:pt x="5180" y="89"/>
                    <a:pt x="5136" y="100"/>
                  </a:cubicBezTo>
                  <a:cubicBezTo>
                    <a:pt x="5013" y="134"/>
                    <a:pt x="4879" y="167"/>
                    <a:pt x="4746" y="212"/>
                  </a:cubicBezTo>
                  <a:cubicBezTo>
                    <a:pt x="3855" y="501"/>
                    <a:pt x="3086" y="891"/>
                    <a:pt x="3086" y="891"/>
                  </a:cubicBezTo>
                  <a:cubicBezTo>
                    <a:pt x="3086" y="891"/>
                    <a:pt x="2941" y="936"/>
                    <a:pt x="2718" y="992"/>
                  </a:cubicBezTo>
                  <a:cubicBezTo>
                    <a:pt x="2596" y="1047"/>
                    <a:pt x="2529" y="1081"/>
                    <a:pt x="2529" y="1081"/>
                  </a:cubicBezTo>
                  <a:cubicBezTo>
                    <a:pt x="2529" y="1081"/>
                    <a:pt x="257" y="1760"/>
                    <a:pt x="0" y="2016"/>
                  </a:cubicBezTo>
                  <a:cubicBezTo>
                    <a:pt x="56" y="2050"/>
                    <a:pt x="101" y="2083"/>
                    <a:pt x="123" y="2094"/>
                  </a:cubicBezTo>
                  <a:cubicBezTo>
                    <a:pt x="535" y="2393"/>
                    <a:pt x="1099" y="2499"/>
                    <a:pt x="1682" y="2499"/>
                  </a:cubicBezTo>
                  <a:cubicBezTo>
                    <a:pt x="2361" y="2499"/>
                    <a:pt x="3066" y="2356"/>
                    <a:pt x="3587" y="2206"/>
                  </a:cubicBezTo>
                  <a:cubicBezTo>
                    <a:pt x="4334" y="1994"/>
                    <a:pt x="5637" y="936"/>
                    <a:pt x="551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1"/>
            <p:cNvSpPr/>
            <p:nvPr/>
          </p:nvSpPr>
          <p:spPr>
            <a:xfrm flipH="1" rot="-1013820">
              <a:off x="5474452" y="3402603"/>
              <a:ext cx="630767" cy="649451"/>
            </a:xfrm>
            <a:custGeom>
              <a:rect b="b" l="l" r="r" t="t"/>
              <a:pathLst>
                <a:path extrusionOk="0" h="3476" w="3376">
                  <a:moveTo>
                    <a:pt x="3331" y="1660"/>
                  </a:moveTo>
                  <a:cubicBezTo>
                    <a:pt x="3376" y="2596"/>
                    <a:pt x="2685" y="3386"/>
                    <a:pt x="1772" y="3431"/>
                  </a:cubicBezTo>
                  <a:cubicBezTo>
                    <a:pt x="869" y="3476"/>
                    <a:pt x="90" y="2752"/>
                    <a:pt x="45" y="1816"/>
                  </a:cubicBezTo>
                  <a:cubicBezTo>
                    <a:pt x="0" y="880"/>
                    <a:pt x="702" y="89"/>
                    <a:pt x="1605" y="45"/>
                  </a:cubicBezTo>
                  <a:cubicBezTo>
                    <a:pt x="2518" y="0"/>
                    <a:pt x="3287" y="724"/>
                    <a:pt x="3331" y="166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 flipH="1" rot="-1013820">
              <a:off x="5615937" y="3554642"/>
              <a:ext cx="345651" cy="346025"/>
            </a:xfrm>
            <a:custGeom>
              <a:rect b="b" l="l" r="r" t="t"/>
              <a:pathLst>
                <a:path extrusionOk="0" h="1852" w="1850">
                  <a:moveTo>
                    <a:pt x="920" y="0"/>
                  </a:moveTo>
                  <a:cubicBezTo>
                    <a:pt x="907" y="0"/>
                    <a:pt x="893" y="1"/>
                    <a:pt x="880" y="1"/>
                  </a:cubicBezTo>
                  <a:cubicBezTo>
                    <a:pt x="379" y="24"/>
                    <a:pt x="0" y="458"/>
                    <a:pt x="22" y="970"/>
                  </a:cubicBezTo>
                  <a:cubicBezTo>
                    <a:pt x="44" y="1469"/>
                    <a:pt x="445" y="1851"/>
                    <a:pt x="928" y="1851"/>
                  </a:cubicBezTo>
                  <a:cubicBezTo>
                    <a:pt x="942" y="1851"/>
                    <a:pt x="955" y="1851"/>
                    <a:pt x="969" y="1850"/>
                  </a:cubicBezTo>
                  <a:cubicBezTo>
                    <a:pt x="1459" y="1828"/>
                    <a:pt x="1849" y="1394"/>
                    <a:pt x="1827" y="881"/>
                  </a:cubicBezTo>
                  <a:cubicBezTo>
                    <a:pt x="1794" y="383"/>
                    <a:pt x="1393" y="0"/>
                    <a:pt x="92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 flipH="1" rot="-1013820">
              <a:off x="5724272" y="3662799"/>
              <a:ext cx="129105" cy="129479"/>
            </a:xfrm>
            <a:custGeom>
              <a:rect b="b" l="l" r="r" t="t"/>
              <a:pathLst>
                <a:path extrusionOk="0" h="693" w="691">
                  <a:moveTo>
                    <a:pt x="344" y="1"/>
                  </a:moveTo>
                  <a:cubicBezTo>
                    <a:pt x="337" y="1"/>
                    <a:pt x="330" y="1"/>
                    <a:pt x="323" y="2"/>
                  </a:cubicBezTo>
                  <a:cubicBezTo>
                    <a:pt x="145" y="13"/>
                    <a:pt x="0" y="169"/>
                    <a:pt x="0" y="358"/>
                  </a:cubicBezTo>
                  <a:cubicBezTo>
                    <a:pt x="11" y="551"/>
                    <a:pt x="167" y="693"/>
                    <a:pt x="337" y="693"/>
                  </a:cubicBezTo>
                  <a:cubicBezTo>
                    <a:pt x="344" y="693"/>
                    <a:pt x="350" y="693"/>
                    <a:pt x="357" y="692"/>
                  </a:cubicBezTo>
                  <a:cubicBezTo>
                    <a:pt x="546" y="681"/>
                    <a:pt x="691" y="525"/>
                    <a:pt x="680" y="336"/>
                  </a:cubicBezTo>
                  <a:cubicBezTo>
                    <a:pt x="669" y="142"/>
                    <a:pt x="524" y="1"/>
                    <a:pt x="34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1"/>
            <p:cNvSpPr/>
            <p:nvPr/>
          </p:nvSpPr>
          <p:spPr>
            <a:xfrm flipH="1" rot="-1013820">
              <a:off x="6187864" y="3443741"/>
              <a:ext cx="755388" cy="289600"/>
            </a:xfrm>
            <a:custGeom>
              <a:rect b="b" l="l" r="r" t="t"/>
              <a:pathLst>
                <a:path extrusionOk="0" h="1550" w="4043">
                  <a:moveTo>
                    <a:pt x="279" y="0"/>
                  </a:moveTo>
                  <a:cubicBezTo>
                    <a:pt x="167" y="0"/>
                    <a:pt x="78" y="89"/>
                    <a:pt x="78" y="190"/>
                  </a:cubicBezTo>
                  <a:lnTo>
                    <a:pt x="11" y="1003"/>
                  </a:lnTo>
                  <a:cubicBezTo>
                    <a:pt x="0" y="1114"/>
                    <a:pt x="89" y="1203"/>
                    <a:pt x="201" y="1215"/>
                  </a:cubicBezTo>
                  <a:lnTo>
                    <a:pt x="3798" y="1549"/>
                  </a:lnTo>
                  <a:cubicBezTo>
                    <a:pt x="3804" y="1549"/>
                    <a:pt x="3810" y="1549"/>
                    <a:pt x="3815" y="1549"/>
                  </a:cubicBezTo>
                  <a:cubicBezTo>
                    <a:pt x="3951" y="1549"/>
                    <a:pt x="4042" y="1421"/>
                    <a:pt x="4010" y="1293"/>
                  </a:cubicBezTo>
                  <a:lnTo>
                    <a:pt x="3698" y="201"/>
                  </a:lnTo>
                  <a:cubicBezTo>
                    <a:pt x="3676" y="112"/>
                    <a:pt x="3598" y="56"/>
                    <a:pt x="3509" y="56"/>
                  </a:cubicBezTo>
                  <a:lnTo>
                    <a:pt x="27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 flipH="1" rot="-1013820">
              <a:off x="6204509" y="3555801"/>
              <a:ext cx="755388" cy="175068"/>
            </a:xfrm>
            <a:custGeom>
              <a:rect b="b" l="l" r="r" t="t"/>
              <a:pathLst>
                <a:path extrusionOk="0" h="937" w="4043">
                  <a:moveTo>
                    <a:pt x="3821" y="0"/>
                  </a:moveTo>
                  <a:cubicBezTo>
                    <a:pt x="3240" y="192"/>
                    <a:pt x="2591" y="279"/>
                    <a:pt x="1947" y="279"/>
                  </a:cubicBezTo>
                  <a:cubicBezTo>
                    <a:pt x="1282" y="279"/>
                    <a:pt x="622" y="186"/>
                    <a:pt x="45" y="22"/>
                  </a:cubicBezTo>
                  <a:lnTo>
                    <a:pt x="11" y="390"/>
                  </a:lnTo>
                  <a:cubicBezTo>
                    <a:pt x="0" y="501"/>
                    <a:pt x="89" y="590"/>
                    <a:pt x="201" y="602"/>
                  </a:cubicBezTo>
                  <a:lnTo>
                    <a:pt x="3798" y="936"/>
                  </a:lnTo>
                  <a:cubicBezTo>
                    <a:pt x="3804" y="936"/>
                    <a:pt x="3810" y="936"/>
                    <a:pt x="3815" y="936"/>
                  </a:cubicBezTo>
                  <a:cubicBezTo>
                    <a:pt x="3951" y="936"/>
                    <a:pt x="4042" y="808"/>
                    <a:pt x="4010" y="680"/>
                  </a:cubicBezTo>
                  <a:lnTo>
                    <a:pt x="3821" y="0"/>
                  </a:ln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 flipH="1" rot="-1013820">
              <a:off x="7834571" y="2430002"/>
              <a:ext cx="112477" cy="108740"/>
            </a:xfrm>
            <a:custGeom>
              <a:rect b="b" l="l" r="r" t="t"/>
              <a:pathLst>
                <a:path extrusionOk="0" h="582" w="602">
                  <a:moveTo>
                    <a:pt x="310" y="1"/>
                  </a:moveTo>
                  <a:cubicBezTo>
                    <a:pt x="303" y="1"/>
                    <a:pt x="297" y="1"/>
                    <a:pt x="290" y="2"/>
                  </a:cubicBezTo>
                  <a:cubicBezTo>
                    <a:pt x="123" y="13"/>
                    <a:pt x="0" y="146"/>
                    <a:pt x="11" y="302"/>
                  </a:cubicBezTo>
                  <a:cubicBezTo>
                    <a:pt x="22" y="462"/>
                    <a:pt x="145" y="582"/>
                    <a:pt x="302" y="582"/>
                  </a:cubicBezTo>
                  <a:cubicBezTo>
                    <a:pt x="309" y="582"/>
                    <a:pt x="316" y="581"/>
                    <a:pt x="323" y="581"/>
                  </a:cubicBezTo>
                  <a:cubicBezTo>
                    <a:pt x="479" y="581"/>
                    <a:pt x="602" y="436"/>
                    <a:pt x="602" y="280"/>
                  </a:cubicBezTo>
                  <a:cubicBezTo>
                    <a:pt x="591" y="120"/>
                    <a:pt x="458" y="1"/>
                    <a:pt x="31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 flipH="1" rot="-1013820">
              <a:off x="7853527" y="2448645"/>
              <a:ext cx="75109" cy="73241"/>
            </a:xfrm>
            <a:custGeom>
              <a:rect b="b" l="l" r="r" t="t"/>
              <a:pathLst>
                <a:path extrusionOk="0" h="392" w="402">
                  <a:moveTo>
                    <a:pt x="209" y="1"/>
                  </a:moveTo>
                  <a:cubicBezTo>
                    <a:pt x="203" y="1"/>
                    <a:pt x="196" y="1"/>
                    <a:pt x="190" y="2"/>
                  </a:cubicBezTo>
                  <a:cubicBezTo>
                    <a:pt x="90" y="2"/>
                    <a:pt x="1" y="91"/>
                    <a:pt x="12" y="202"/>
                  </a:cubicBezTo>
                  <a:cubicBezTo>
                    <a:pt x="12" y="314"/>
                    <a:pt x="101" y="392"/>
                    <a:pt x="212" y="392"/>
                  </a:cubicBezTo>
                  <a:cubicBezTo>
                    <a:pt x="324" y="381"/>
                    <a:pt x="402" y="291"/>
                    <a:pt x="402" y="180"/>
                  </a:cubicBezTo>
                  <a:cubicBezTo>
                    <a:pt x="391" y="86"/>
                    <a:pt x="311" y="1"/>
                    <a:pt x="20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 flipH="1" rot="-1013820">
              <a:off x="7489614" y="2769669"/>
              <a:ext cx="112664" cy="108740"/>
            </a:xfrm>
            <a:custGeom>
              <a:rect b="b" l="l" r="r" t="t"/>
              <a:pathLst>
                <a:path extrusionOk="0" h="582" w="603">
                  <a:moveTo>
                    <a:pt x="310" y="1"/>
                  </a:moveTo>
                  <a:cubicBezTo>
                    <a:pt x="304" y="1"/>
                    <a:pt x="297" y="1"/>
                    <a:pt x="291" y="2"/>
                  </a:cubicBezTo>
                  <a:cubicBezTo>
                    <a:pt x="124" y="2"/>
                    <a:pt x="1" y="146"/>
                    <a:pt x="12" y="302"/>
                  </a:cubicBezTo>
                  <a:cubicBezTo>
                    <a:pt x="12" y="462"/>
                    <a:pt x="145" y="582"/>
                    <a:pt x="293" y="582"/>
                  </a:cubicBezTo>
                  <a:cubicBezTo>
                    <a:pt x="300" y="582"/>
                    <a:pt x="306" y="581"/>
                    <a:pt x="313" y="581"/>
                  </a:cubicBezTo>
                  <a:cubicBezTo>
                    <a:pt x="480" y="570"/>
                    <a:pt x="603" y="436"/>
                    <a:pt x="591" y="280"/>
                  </a:cubicBezTo>
                  <a:cubicBezTo>
                    <a:pt x="591" y="120"/>
                    <a:pt x="459" y="1"/>
                    <a:pt x="31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 flipH="1" rot="-1013820">
              <a:off x="7508030" y="2786552"/>
              <a:ext cx="75109" cy="73241"/>
            </a:xfrm>
            <a:custGeom>
              <a:rect b="b" l="l" r="r" t="t"/>
              <a:pathLst>
                <a:path extrusionOk="0" h="392" w="402">
                  <a:moveTo>
                    <a:pt x="190" y="1"/>
                  </a:moveTo>
                  <a:cubicBezTo>
                    <a:pt x="78" y="12"/>
                    <a:pt x="0" y="101"/>
                    <a:pt x="0" y="212"/>
                  </a:cubicBezTo>
                  <a:cubicBezTo>
                    <a:pt x="11" y="307"/>
                    <a:pt x="91" y="392"/>
                    <a:pt x="193" y="392"/>
                  </a:cubicBezTo>
                  <a:cubicBezTo>
                    <a:pt x="199" y="392"/>
                    <a:pt x="206" y="391"/>
                    <a:pt x="212" y="391"/>
                  </a:cubicBezTo>
                  <a:cubicBezTo>
                    <a:pt x="312" y="391"/>
                    <a:pt x="401" y="301"/>
                    <a:pt x="390" y="190"/>
                  </a:cubicBezTo>
                  <a:cubicBezTo>
                    <a:pt x="390" y="79"/>
                    <a:pt x="301" y="1"/>
                    <a:pt x="19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 flipH="1" rot="-1013820">
              <a:off x="7079132" y="3103484"/>
              <a:ext cx="145921" cy="141810"/>
            </a:xfrm>
            <a:custGeom>
              <a:rect b="b" l="l" r="r" t="t"/>
              <a:pathLst>
                <a:path extrusionOk="0" h="759" w="781">
                  <a:moveTo>
                    <a:pt x="368" y="0"/>
                  </a:moveTo>
                  <a:cubicBezTo>
                    <a:pt x="168" y="11"/>
                    <a:pt x="1" y="190"/>
                    <a:pt x="12" y="401"/>
                  </a:cubicBezTo>
                  <a:cubicBezTo>
                    <a:pt x="23" y="606"/>
                    <a:pt x="190" y="758"/>
                    <a:pt x="392" y="758"/>
                  </a:cubicBezTo>
                  <a:cubicBezTo>
                    <a:pt x="399" y="758"/>
                    <a:pt x="406" y="758"/>
                    <a:pt x="413" y="758"/>
                  </a:cubicBezTo>
                  <a:cubicBezTo>
                    <a:pt x="614" y="747"/>
                    <a:pt x="781" y="579"/>
                    <a:pt x="769" y="368"/>
                  </a:cubicBezTo>
                  <a:cubicBezTo>
                    <a:pt x="758" y="156"/>
                    <a:pt x="580" y="0"/>
                    <a:pt x="36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 flipH="1" rot="-1013820">
              <a:off x="7104440" y="3128293"/>
              <a:ext cx="95848" cy="93980"/>
            </a:xfrm>
            <a:custGeom>
              <a:rect b="b" l="l" r="r" t="t"/>
              <a:pathLst>
                <a:path extrusionOk="0" h="503" w="513">
                  <a:moveTo>
                    <a:pt x="264" y="0"/>
                  </a:moveTo>
                  <a:cubicBezTo>
                    <a:pt x="258" y="0"/>
                    <a:pt x="252" y="0"/>
                    <a:pt x="246" y="1"/>
                  </a:cubicBezTo>
                  <a:cubicBezTo>
                    <a:pt x="101" y="1"/>
                    <a:pt x="1" y="123"/>
                    <a:pt x="1" y="268"/>
                  </a:cubicBezTo>
                  <a:cubicBezTo>
                    <a:pt x="11" y="396"/>
                    <a:pt x="123" y="503"/>
                    <a:pt x="249" y="503"/>
                  </a:cubicBezTo>
                  <a:cubicBezTo>
                    <a:pt x="256" y="503"/>
                    <a:pt x="262" y="503"/>
                    <a:pt x="268" y="502"/>
                  </a:cubicBezTo>
                  <a:cubicBezTo>
                    <a:pt x="413" y="491"/>
                    <a:pt x="513" y="380"/>
                    <a:pt x="513" y="235"/>
                  </a:cubicBezTo>
                  <a:cubicBezTo>
                    <a:pt x="502" y="107"/>
                    <a:pt x="390" y="0"/>
                    <a:pt x="26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 flipH="1" rot="-1013820">
              <a:off x="6308421" y="2587892"/>
              <a:ext cx="297634" cy="329023"/>
            </a:xfrm>
            <a:custGeom>
              <a:rect b="b" l="l" r="r" t="t"/>
              <a:pathLst>
                <a:path extrusionOk="0" h="1761" w="1593">
                  <a:moveTo>
                    <a:pt x="980" y="1"/>
                  </a:moveTo>
                  <a:lnTo>
                    <a:pt x="0" y="1293"/>
                  </a:lnTo>
                  <a:lnTo>
                    <a:pt x="356" y="1760"/>
                  </a:lnTo>
                  <a:lnTo>
                    <a:pt x="1593" y="123"/>
                  </a:lnTo>
                  <a:cubicBezTo>
                    <a:pt x="1593" y="123"/>
                    <a:pt x="1192" y="45"/>
                    <a:pt x="98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 flipH="1" rot="-1013820">
              <a:off x="5627766" y="2702371"/>
              <a:ext cx="992860" cy="728670"/>
            </a:xfrm>
            <a:custGeom>
              <a:rect b="b" l="l" r="r" t="t"/>
              <a:pathLst>
                <a:path extrusionOk="0" h="3900" w="5314">
                  <a:moveTo>
                    <a:pt x="2117" y="3643"/>
                  </a:moveTo>
                  <a:cubicBezTo>
                    <a:pt x="2774" y="3755"/>
                    <a:pt x="3442" y="3899"/>
                    <a:pt x="4077" y="3487"/>
                  </a:cubicBezTo>
                  <a:cubicBezTo>
                    <a:pt x="4846" y="2986"/>
                    <a:pt x="5314" y="2340"/>
                    <a:pt x="4612" y="1616"/>
                  </a:cubicBezTo>
                  <a:cubicBezTo>
                    <a:pt x="4456" y="1505"/>
                    <a:pt x="4255" y="1404"/>
                    <a:pt x="3977" y="1337"/>
                  </a:cubicBezTo>
                  <a:cubicBezTo>
                    <a:pt x="3297" y="1159"/>
                    <a:pt x="1493" y="1"/>
                    <a:pt x="1148" y="79"/>
                  </a:cubicBezTo>
                  <a:cubicBezTo>
                    <a:pt x="1148" y="79"/>
                    <a:pt x="0" y="1560"/>
                    <a:pt x="22" y="1738"/>
                  </a:cubicBezTo>
                  <a:cubicBezTo>
                    <a:pt x="45" y="1906"/>
                    <a:pt x="1114" y="3287"/>
                    <a:pt x="2117" y="36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 flipH="1" rot="-1013820">
              <a:off x="5751913" y="2921826"/>
              <a:ext cx="897199" cy="491385"/>
            </a:xfrm>
            <a:custGeom>
              <a:rect b="b" l="l" r="r" t="t"/>
              <a:pathLst>
                <a:path extrusionOk="0" h="2630" w="4802">
                  <a:moveTo>
                    <a:pt x="2473" y="1783"/>
                  </a:moveTo>
                  <a:cubicBezTo>
                    <a:pt x="1482" y="1415"/>
                    <a:pt x="780" y="803"/>
                    <a:pt x="257" y="1"/>
                  </a:cubicBezTo>
                  <a:cubicBezTo>
                    <a:pt x="101" y="223"/>
                    <a:pt x="0" y="413"/>
                    <a:pt x="0" y="468"/>
                  </a:cubicBezTo>
                  <a:cubicBezTo>
                    <a:pt x="23" y="636"/>
                    <a:pt x="1092" y="2017"/>
                    <a:pt x="2095" y="2373"/>
                  </a:cubicBezTo>
                  <a:cubicBezTo>
                    <a:pt x="2752" y="2485"/>
                    <a:pt x="3420" y="2629"/>
                    <a:pt x="4055" y="2217"/>
                  </a:cubicBezTo>
                  <a:cubicBezTo>
                    <a:pt x="4378" y="2006"/>
                    <a:pt x="4645" y="1772"/>
                    <a:pt x="4801" y="1516"/>
                  </a:cubicBezTo>
                  <a:cubicBezTo>
                    <a:pt x="4155" y="1972"/>
                    <a:pt x="3286" y="2073"/>
                    <a:pt x="2473" y="1783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 flipH="1" rot="-1013820">
              <a:off x="5793221" y="2825940"/>
              <a:ext cx="714097" cy="480922"/>
            </a:xfrm>
            <a:custGeom>
              <a:rect b="b" l="l" r="r" t="t"/>
              <a:pathLst>
                <a:path extrusionOk="0" h="2574" w="3822">
                  <a:moveTo>
                    <a:pt x="68" y="1"/>
                  </a:moveTo>
                  <a:cubicBezTo>
                    <a:pt x="45" y="34"/>
                    <a:pt x="23" y="67"/>
                    <a:pt x="1" y="90"/>
                  </a:cubicBezTo>
                  <a:cubicBezTo>
                    <a:pt x="302" y="379"/>
                    <a:pt x="1193" y="1226"/>
                    <a:pt x="1627" y="1571"/>
                  </a:cubicBezTo>
                  <a:cubicBezTo>
                    <a:pt x="2128" y="1972"/>
                    <a:pt x="2641" y="2329"/>
                    <a:pt x="3755" y="2574"/>
                  </a:cubicBezTo>
                  <a:cubicBezTo>
                    <a:pt x="3777" y="2563"/>
                    <a:pt x="3788" y="2551"/>
                    <a:pt x="3810" y="2529"/>
                  </a:cubicBezTo>
                  <a:lnTo>
                    <a:pt x="3822" y="2473"/>
                  </a:lnTo>
                  <a:cubicBezTo>
                    <a:pt x="2696" y="2228"/>
                    <a:pt x="2195" y="1883"/>
                    <a:pt x="1694" y="1482"/>
                  </a:cubicBezTo>
                  <a:cubicBezTo>
                    <a:pt x="1260" y="1137"/>
                    <a:pt x="357" y="279"/>
                    <a:pt x="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 flipH="1" rot="-1013820">
              <a:off x="6324972" y="2130206"/>
              <a:ext cx="772391" cy="624601"/>
            </a:xfrm>
            <a:custGeom>
              <a:rect b="b" l="l" r="r" t="t"/>
              <a:pathLst>
                <a:path extrusionOk="0" h="3343" w="4134">
                  <a:moveTo>
                    <a:pt x="4133" y="2006"/>
                  </a:moveTo>
                  <a:cubicBezTo>
                    <a:pt x="4133" y="2006"/>
                    <a:pt x="3710" y="1560"/>
                    <a:pt x="2953" y="1226"/>
                  </a:cubicBezTo>
                  <a:cubicBezTo>
                    <a:pt x="2195" y="881"/>
                    <a:pt x="1371" y="1"/>
                    <a:pt x="847" y="146"/>
                  </a:cubicBezTo>
                  <a:cubicBezTo>
                    <a:pt x="758" y="168"/>
                    <a:pt x="692" y="201"/>
                    <a:pt x="625" y="246"/>
                  </a:cubicBezTo>
                  <a:cubicBezTo>
                    <a:pt x="1" y="747"/>
                    <a:pt x="614" y="2351"/>
                    <a:pt x="1661" y="2596"/>
                  </a:cubicBezTo>
                  <a:cubicBezTo>
                    <a:pt x="2451" y="2786"/>
                    <a:pt x="2797" y="3309"/>
                    <a:pt x="3109" y="3342"/>
                  </a:cubicBezTo>
                  <a:cubicBezTo>
                    <a:pt x="3109" y="3342"/>
                    <a:pt x="3900" y="2696"/>
                    <a:pt x="4133" y="200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 flipH="1" rot="-1013820">
              <a:off x="6473398" y="2191099"/>
              <a:ext cx="607973" cy="545382"/>
            </a:xfrm>
            <a:custGeom>
              <a:rect b="b" l="l" r="r" t="t"/>
              <a:pathLst>
                <a:path extrusionOk="0" h="2919" w="3254">
                  <a:moveTo>
                    <a:pt x="2997" y="2896"/>
                  </a:moveTo>
                  <a:cubicBezTo>
                    <a:pt x="3030" y="2863"/>
                    <a:pt x="3131" y="2774"/>
                    <a:pt x="3253" y="2651"/>
                  </a:cubicBezTo>
                  <a:lnTo>
                    <a:pt x="3253" y="2651"/>
                  </a:lnTo>
                  <a:cubicBezTo>
                    <a:pt x="2863" y="2362"/>
                    <a:pt x="2485" y="1949"/>
                    <a:pt x="2240" y="1816"/>
                  </a:cubicBezTo>
                  <a:cubicBezTo>
                    <a:pt x="1805" y="1571"/>
                    <a:pt x="1204" y="1437"/>
                    <a:pt x="881" y="1025"/>
                  </a:cubicBezTo>
                  <a:cubicBezTo>
                    <a:pt x="669" y="758"/>
                    <a:pt x="435" y="423"/>
                    <a:pt x="346" y="0"/>
                  </a:cubicBezTo>
                  <a:cubicBezTo>
                    <a:pt x="1" y="635"/>
                    <a:pt x="591" y="1949"/>
                    <a:pt x="1527" y="2172"/>
                  </a:cubicBezTo>
                  <a:cubicBezTo>
                    <a:pt x="2317" y="2362"/>
                    <a:pt x="2674" y="2885"/>
                    <a:pt x="2975" y="2918"/>
                  </a:cubicBezTo>
                  <a:cubicBezTo>
                    <a:pt x="2975" y="2918"/>
                    <a:pt x="2975" y="2907"/>
                    <a:pt x="2997" y="2896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48370"/>
                  </a:schemeClr>
                </a:gs>
                <a:gs pos="100000">
                  <a:schemeClr val="lt2">
                    <a:alpha val="48370"/>
                  </a:schemeClr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1"/>
            <p:cNvSpPr/>
            <p:nvPr/>
          </p:nvSpPr>
          <p:spPr>
            <a:xfrm flipH="1" rot="-1013820">
              <a:off x="6263717" y="2771300"/>
              <a:ext cx="154142" cy="148163"/>
            </a:xfrm>
            <a:custGeom>
              <a:rect b="b" l="l" r="r" t="t"/>
              <a:pathLst>
                <a:path extrusionOk="0" h="793" w="825">
                  <a:moveTo>
                    <a:pt x="411" y="1"/>
                  </a:moveTo>
                  <a:cubicBezTo>
                    <a:pt x="404" y="1"/>
                    <a:pt x="397" y="1"/>
                    <a:pt x="390" y="1"/>
                  </a:cubicBezTo>
                  <a:cubicBezTo>
                    <a:pt x="178" y="12"/>
                    <a:pt x="0" y="191"/>
                    <a:pt x="11" y="413"/>
                  </a:cubicBezTo>
                  <a:cubicBezTo>
                    <a:pt x="22" y="629"/>
                    <a:pt x="200" y="793"/>
                    <a:pt x="413" y="793"/>
                  </a:cubicBezTo>
                  <a:cubicBezTo>
                    <a:pt x="420" y="793"/>
                    <a:pt x="427" y="792"/>
                    <a:pt x="434" y="792"/>
                  </a:cubicBezTo>
                  <a:cubicBezTo>
                    <a:pt x="646" y="781"/>
                    <a:pt x="824" y="592"/>
                    <a:pt x="813" y="380"/>
                  </a:cubicBezTo>
                  <a:cubicBezTo>
                    <a:pt x="802" y="164"/>
                    <a:pt x="624" y="1"/>
                    <a:pt x="41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 flipH="1" rot="-1013820">
              <a:off x="6290831" y="2796305"/>
              <a:ext cx="100145" cy="98277"/>
            </a:xfrm>
            <a:custGeom>
              <a:rect b="b" l="l" r="r" t="t"/>
              <a:pathLst>
                <a:path extrusionOk="0" h="526" w="536">
                  <a:moveTo>
                    <a:pt x="277" y="0"/>
                  </a:moveTo>
                  <a:cubicBezTo>
                    <a:pt x="270" y="0"/>
                    <a:pt x="264" y="0"/>
                    <a:pt x="257" y="1"/>
                  </a:cubicBezTo>
                  <a:cubicBezTo>
                    <a:pt x="112" y="1"/>
                    <a:pt x="1" y="123"/>
                    <a:pt x="1" y="268"/>
                  </a:cubicBezTo>
                  <a:cubicBezTo>
                    <a:pt x="12" y="407"/>
                    <a:pt x="124" y="525"/>
                    <a:pt x="261" y="525"/>
                  </a:cubicBezTo>
                  <a:cubicBezTo>
                    <a:pt x="267" y="525"/>
                    <a:pt x="273" y="525"/>
                    <a:pt x="279" y="524"/>
                  </a:cubicBezTo>
                  <a:cubicBezTo>
                    <a:pt x="424" y="513"/>
                    <a:pt x="536" y="391"/>
                    <a:pt x="536" y="246"/>
                  </a:cubicBezTo>
                  <a:cubicBezTo>
                    <a:pt x="525" y="108"/>
                    <a:pt x="413" y="0"/>
                    <a:pt x="277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 flipH="1" rot="-1013820">
              <a:off x="6675964" y="2220832"/>
              <a:ext cx="241582" cy="297821"/>
            </a:xfrm>
            <a:custGeom>
              <a:rect b="b" l="l" r="r" t="t"/>
              <a:pathLst>
                <a:path extrusionOk="0" h="1594" w="1293">
                  <a:moveTo>
                    <a:pt x="1137" y="1"/>
                  </a:moveTo>
                  <a:cubicBezTo>
                    <a:pt x="870" y="90"/>
                    <a:pt x="591" y="235"/>
                    <a:pt x="379" y="469"/>
                  </a:cubicBezTo>
                  <a:cubicBezTo>
                    <a:pt x="146" y="725"/>
                    <a:pt x="23" y="1059"/>
                    <a:pt x="1" y="1449"/>
                  </a:cubicBezTo>
                  <a:cubicBezTo>
                    <a:pt x="45" y="1504"/>
                    <a:pt x="90" y="1549"/>
                    <a:pt x="134" y="1594"/>
                  </a:cubicBezTo>
                  <a:cubicBezTo>
                    <a:pt x="134" y="1170"/>
                    <a:pt x="246" y="825"/>
                    <a:pt x="480" y="569"/>
                  </a:cubicBezTo>
                  <a:cubicBezTo>
                    <a:pt x="703" y="324"/>
                    <a:pt x="1003" y="190"/>
                    <a:pt x="1293" y="101"/>
                  </a:cubicBezTo>
                  <a:cubicBezTo>
                    <a:pt x="1237" y="68"/>
                    <a:pt x="1193" y="34"/>
                    <a:pt x="113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31"/>
            <p:cNvGrpSpPr/>
            <p:nvPr/>
          </p:nvGrpSpPr>
          <p:grpSpPr>
            <a:xfrm>
              <a:off x="7301073" y="824638"/>
              <a:ext cx="1269785" cy="1112450"/>
              <a:chOff x="2336215" y="950585"/>
              <a:chExt cx="1490008" cy="1305233"/>
            </a:xfrm>
          </p:grpSpPr>
          <p:sp>
            <p:nvSpPr>
              <p:cNvPr id="269" name="Google Shape;269;p31"/>
              <p:cNvSpPr/>
              <p:nvPr/>
            </p:nvSpPr>
            <p:spPr>
              <a:xfrm flipH="1">
                <a:off x="2527110" y="950585"/>
                <a:ext cx="1008000" cy="1234944"/>
              </a:xfrm>
              <a:custGeom>
                <a:rect b="b" l="l" r="r" t="t"/>
                <a:pathLst>
                  <a:path extrusionOk="0" h="6851" w="5592">
                    <a:moveTo>
                      <a:pt x="1136" y="201"/>
                    </a:moveTo>
                    <a:cubicBezTo>
                      <a:pt x="1972" y="201"/>
                      <a:pt x="3164" y="1170"/>
                      <a:pt x="4033" y="2551"/>
                    </a:cubicBezTo>
                    <a:cubicBezTo>
                      <a:pt x="5102" y="4244"/>
                      <a:pt x="5369" y="6060"/>
                      <a:pt x="4623" y="6528"/>
                    </a:cubicBezTo>
                    <a:cubicBezTo>
                      <a:pt x="4500" y="6606"/>
                      <a:pt x="4356" y="6650"/>
                      <a:pt x="4188" y="6650"/>
                    </a:cubicBezTo>
                    <a:cubicBezTo>
                      <a:pt x="3353" y="6650"/>
                      <a:pt x="2161" y="5681"/>
                      <a:pt x="1281" y="4289"/>
                    </a:cubicBezTo>
                    <a:cubicBezTo>
                      <a:pt x="758" y="3453"/>
                      <a:pt x="401" y="2573"/>
                      <a:pt x="301" y="1805"/>
                    </a:cubicBezTo>
                    <a:cubicBezTo>
                      <a:pt x="201" y="1070"/>
                      <a:pt x="345" y="546"/>
                      <a:pt x="702" y="323"/>
                    </a:cubicBezTo>
                    <a:cubicBezTo>
                      <a:pt x="824" y="245"/>
                      <a:pt x="969" y="201"/>
                      <a:pt x="1136" y="201"/>
                    </a:cubicBezTo>
                    <a:close/>
                    <a:moveTo>
                      <a:pt x="1136" y="0"/>
                    </a:moveTo>
                    <a:cubicBezTo>
                      <a:pt x="925" y="0"/>
                      <a:pt x="747" y="56"/>
                      <a:pt x="591" y="156"/>
                    </a:cubicBezTo>
                    <a:cubicBezTo>
                      <a:pt x="167" y="424"/>
                      <a:pt x="0" y="1014"/>
                      <a:pt x="100" y="1838"/>
                    </a:cubicBezTo>
                    <a:cubicBezTo>
                      <a:pt x="212" y="2629"/>
                      <a:pt x="568" y="3543"/>
                      <a:pt x="1114" y="4400"/>
                    </a:cubicBezTo>
                    <a:cubicBezTo>
                      <a:pt x="2039" y="5859"/>
                      <a:pt x="3275" y="6851"/>
                      <a:pt x="4188" y="6851"/>
                    </a:cubicBezTo>
                    <a:cubicBezTo>
                      <a:pt x="4389" y="6851"/>
                      <a:pt x="4567" y="6795"/>
                      <a:pt x="4723" y="6695"/>
                    </a:cubicBezTo>
                    <a:cubicBezTo>
                      <a:pt x="5592" y="6149"/>
                      <a:pt x="5358" y="4289"/>
                      <a:pt x="4211" y="2451"/>
                    </a:cubicBezTo>
                    <a:cubicBezTo>
                      <a:pt x="3286" y="992"/>
                      <a:pt x="2050" y="0"/>
                      <a:pt x="11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31"/>
              <p:cNvSpPr/>
              <p:nvPr/>
            </p:nvSpPr>
            <p:spPr>
              <a:xfrm flipH="1">
                <a:off x="2336215" y="1221689"/>
                <a:ext cx="1421871" cy="692910"/>
              </a:xfrm>
              <a:custGeom>
                <a:rect b="b" l="l" r="r" t="t"/>
                <a:pathLst>
                  <a:path extrusionOk="0" h="3844" w="7888">
                    <a:moveTo>
                      <a:pt x="2863" y="201"/>
                    </a:moveTo>
                    <a:cubicBezTo>
                      <a:pt x="3287" y="201"/>
                      <a:pt x="3732" y="245"/>
                      <a:pt x="4178" y="312"/>
                    </a:cubicBezTo>
                    <a:cubicBezTo>
                      <a:pt x="6138" y="657"/>
                      <a:pt x="7664" y="1671"/>
                      <a:pt x="7520" y="2540"/>
                    </a:cubicBezTo>
                    <a:cubicBezTo>
                      <a:pt x="7397" y="3197"/>
                      <a:pt x="6361" y="3643"/>
                      <a:pt x="4924" y="3643"/>
                    </a:cubicBezTo>
                    <a:cubicBezTo>
                      <a:pt x="4501" y="3643"/>
                      <a:pt x="4067" y="3598"/>
                      <a:pt x="3621" y="3531"/>
                    </a:cubicBezTo>
                    <a:cubicBezTo>
                      <a:pt x="2641" y="3353"/>
                      <a:pt x="1750" y="3030"/>
                      <a:pt x="1115" y="2596"/>
                    </a:cubicBezTo>
                    <a:cubicBezTo>
                      <a:pt x="502" y="2172"/>
                      <a:pt x="212" y="1716"/>
                      <a:pt x="279" y="1303"/>
                    </a:cubicBezTo>
                    <a:cubicBezTo>
                      <a:pt x="391" y="646"/>
                      <a:pt x="1427" y="201"/>
                      <a:pt x="2863" y="201"/>
                    </a:cubicBezTo>
                    <a:close/>
                    <a:moveTo>
                      <a:pt x="2863" y="0"/>
                    </a:moveTo>
                    <a:cubicBezTo>
                      <a:pt x="1304" y="0"/>
                      <a:pt x="212" y="501"/>
                      <a:pt x="79" y="1270"/>
                    </a:cubicBezTo>
                    <a:cubicBezTo>
                      <a:pt x="1" y="1760"/>
                      <a:pt x="324" y="2295"/>
                      <a:pt x="1003" y="2751"/>
                    </a:cubicBezTo>
                    <a:cubicBezTo>
                      <a:pt x="1660" y="3208"/>
                      <a:pt x="2585" y="3553"/>
                      <a:pt x="3588" y="3721"/>
                    </a:cubicBezTo>
                    <a:cubicBezTo>
                      <a:pt x="4044" y="3799"/>
                      <a:pt x="4490" y="3843"/>
                      <a:pt x="4924" y="3843"/>
                    </a:cubicBezTo>
                    <a:cubicBezTo>
                      <a:pt x="6484" y="3843"/>
                      <a:pt x="7575" y="3342"/>
                      <a:pt x="7709" y="2573"/>
                    </a:cubicBezTo>
                    <a:cubicBezTo>
                      <a:pt x="7887" y="1571"/>
                      <a:pt x="6350" y="490"/>
                      <a:pt x="4211" y="123"/>
                    </a:cubicBezTo>
                    <a:cubicBezTo>
                      <a:pt x="3755" y="45"/>
                      <a:pt x="3298" y="0"/>
                      <a:pt x="28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31"/>
              <p:cNvSpPr/>
              <p:nvPr/>
            </p:nvSpPr>
            <p:spPr>
              <a:xfrm flipH="1">
                <a:off x="2448697" y="1006825"/>
                <a:ext cx="1156712" cy="1122463"/>
              </a:xfrm>
              <a:custGeom>
                <a:rect b="b" l="l" r="r" t="t"/>
                <a:pathLst>
                  <a:path extrusionOk="0" h="6227" w="6417">
                    <a:moveTo>
                      <a:pt x="4913" y="201"/>
                    </a:moveTo>
                    <a:cubicBezTo>
                      <a:pt x="5169" y="201"/>
                      <a:pt x="5380" y="268"/>
                      <a:pt x="5536" y="412"/>
                    </a:cubicBezTo>
                    <a:cubicBezTo>
                      <a:pt x="6182" y="1003"/>
                      <a:pt x="5592" y="2752"/>
                      <a:pt x="4244" y="4211"/>
                    </a:cubicBezTo>
                    <a:cubicBezTo>
                      <a:pt x="3242" y="5314"/>
                      <a:pt x="2039" y="6026"/>
                      <a:pt x="1192" y="6026"/>
                    </a:cubicBezTo>
                    <a:cubicBezTo>
                      <a:pt x="925" y="6026"/>
                      <a:pt x="724" y="5960"/>
                      <a:pt x="568" y="5815"/>
                    </a:cubicBezTo>
                    <a:cubicBezTo>
                      <a:pt x="257" y="5536"/>
                      <a:pt x="212" y="4991"/>
                      <a:pt x="446" y="4278"/>
                    </a:cubicBezTo>
                    <a:cubicBezTo>
                      <a:pt x="680" y="3554"/>
                      <a:pt x="1181" y="2740"/>
                      <a:pt x="1849" y="2016"/>
                    </a:cubicBezTo>
                    <a:cubicBezTo>
                      <a:pt x="2863" y="914"/>
                      <a:pt x="4066" y="201"/>
                      <a:pt x="4913" y="201"/>
                    </a:cubicBezTo>
                    <a:close/>
                    <a:moveTo>
                      <a:pt x="4913" y="0"/>
                    </a:moveTo>
                    <a:cubicBezTo>
                      <a:pt x="4010" y="0"/>
                      <a:pt x="2752" y="735"/>
                      <a:pt x="1705" y="1883"/>
                    </a:cubicBezTo>
                    <a:cubicBezTo>
                      <a:pt x="1014" y="2629"/>
                      <a:pt x="502" y="3464"/>
                      <a:pt x="257" y="4222"/>
                    </a:cubicBezTo>
                    <a:cubicBezTo>
                      <a:pt x="0" y="5002"/>
                      <a:pt x="67" y="5625"/>
                      <a:pt x="435" y="5971"/>
                    </a:cubicBezTo>
                    <a:cubicBezTo>
                      <a:pt x="624" y="6138"/>
                      <a:pt x="880" y="6227"/>
                      <a:pt x="1192" y="6227"/>
                    </a:cubicBezTo>
                    <a:cubicBezTo>
                      <a:pt x="2094" y="6227"/>
                      <a:pt x="3353" y="5492"/>
                      <a:pt x="4400" y="4344"/>
                    </a:cubicBezTo>
                    <a:cubicBezTo>
                      <a:pt x="5859" y="2752"/>
                      <a:pt x="6416" y="958"/>
                      <a:pt x="5670" y="256"/>
                    </a:cubicBezTo>
                    <a:cubicBezTo>
                      <a:pt x="5481" y="89"/>
                      <a:pt x="5225" y="0"/>
                      <a:pt x="49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31"/>
              <p:cNvSpPr/>
              <p:nvPr/>
            </p:nvSpPr>
            <p:spPr>
              <a:xfrm flipH="1">
                <a:off x="2400575" y="1127235"/>
                <a:ext cx="217030" cy="204953"/>
              </a:xfrm>
              <a:custGeom>
                <a:rect b="b" l="l" r="r" t="t"/>
                <a:pathLst>
                  <a:path extrusionOk="0" h="1137" w="1204">
                    <a:moveTo>
                      <a:pt x="1159" y="647"/>
                    </a:moveTo>
                    <a:cubicBezTo>
                      <a:pt x="1115" y="936"/>
                      <a:pt x="836" y="1137"/>
                      <a:pt x="524" y="1092"/>
                    </a:cubicBezTo>
                    <a:cubicBezTo>
                      <a:pt x="212" y="1048"/>
                      <a:pt x="1" y="780"/>
                      <a:pt x="45" y="491"/>
                    </a:cubicBezTo>
                    <a:cubicBezTo>
                      <a:pt x="79" y="201"/>
                      <a:pt x="368" y="1"/>
                      <a:pt x="669" y="45"/>
                    </a:cubicBezTo>
                    <a:cubicBezTo>
                      <a:pt x="981" y="90"/>
                      <a:pt x="1204" y="357"/>
                      <a:pt x="1159" y="64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31"/>
              <p:cNvSpPr/>
              <p:nvPr/>
            </p:nvSpPr>
            <p:spPr>
              <a:xfrm flipH="1">
                <a:off x="2436628" y="1162746"/>
                <a:ext cx="74446" cy="69399"/>
              </a:xfrm>
              <a:custGeom>
                <a:rect b="b" l="l" r="r" t="t"/>
                <a:pathLst>
                  <a:path extrusionOk="0" h="385" w="413">
                    <a:moveTo>
                      <a:pt x="196" y="0"/>
                    </a:moveTo>
                    <a:cubicBezTo>
                      <a:pt x="101" y="0"/>
                      <a:pt x="21" y="71"/>
                      <a:pt x="11" y="160"/>
                    </a:cubicBezTo>
                    <a:cubicBezTo>
                      <a:pt x="0" y="271"/>
                      <a:pt x="67" y="361"/>
                      <a:pt x="178" y="383"/>
                    </a:cubicBezTo>
                    <a:cubicBezTo>
                      <a:pt x="186" y="384"/>
                      <a:pt x="194" y="384"/>
                      <a:pt x="202" y="384"/>
                    </a:cubicBezTo>
                    <a:cubicBezTo>
                      <a:pt x="302" y="384"/>
                      <a:pt x="380" y="319"/>
                      <a:pt x="401" y="216"/>
                    </a:cubicBezTo>
                    <a:cubicBezTo>
                      <a:pt x="412" y="115"/>
                      <a:pt x="334" y="15"/>
                      <a:pt x="234" y="4"/>
                    </a:cubicBezTo>
                    <a:cubicBezTo>
                      <a:pt x="221" y="2"/>
                      <a:pt x="208" y="0"/>
                      <a:pt x="196" y="0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 flipH="1">
                <a:off x="2597235" y="2056814"/>
                <a:ext cx="207116" cy="199004"/>
              </a:xfrm>
              <a:custGeom>
                <a:rect b="b" l="l" r="r" t="t"/>
                <a:pathLst>
                  <a:path extrusionOk="0" h="1104" w="1149">
                    <a:moveTo>
                      <a:pt x="1104" y="625"/>
                    </a:moveTo>
                    <a:cubicBezTo>
                      <a:pt x="1059" y="903"/>
                      <a:pt x="792" y="1104"/>
                      <a:pt x="502" y="1059"/>
                    </a:cubicBezTo>
                    <a:cubicBezTo>
                      <a:pt x="212" y="1015"/>
                      <a:pt x="1" y="758"/>
                      <a:pt x="45" y="469"/>
                    </a:cubicBezTo>
                    <a:cubicBezTo>
                      <a:pt x="90" y="190"/>
                      <a:pt x="357" y="1"/>
                      <a:pt x="647" y="46"/>
                    </a:cubicBezTo>
                    <a:cubicBezTo>
                      <a:pt x="936" y="79"/>
                      <a:pt x="1148" y="346"/>
                      <a:pt x="1104" y="62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 flipH="1">
                <a:off x="2633468" y="2090882"/>
                <a:ext cx="62369" cy="60747"/>
              </a:xfrm>
              <a:custGeom>
                <a:rect b="b" l="l" r="r" t="t"/>
                <a:pathLst>
                  <a:path extrusionOk="0" h="337" w="346">
                    <a:moveTo>
                      <a:pt x="170" y="0"/>
                    </a:moveTo>
                    <a:cubicBezTo>
                      <a:pt x="89" y="0"/>
                      <a:pt x="22" y="64"/>
                      <a:pt x="11" y="146"/>
                    </a:cubicBezTo>
                    <a:cubicBezTo>
                      <a:pt x="0" y="235"/>
                      <a:pt x="56" y="313"/>
                      <a:pt x="145" y="335"/>
                    </a:cubicBezTo>
                    <a:cubicBezTo>
                      <a:pt x="152" y="336"/>
                      <a:pt x="158" y="337"/>
                      <a:pt x="165" y="337"/>
                    </a:cubicBezTo>
                    <a:cubicBezTo>
                      <a:pt x="245" y="337"/>
                      <a:pt x="314" y="273"/>
                      <a:pt x="334" y="191"/>
                    </a:cubicBezTo>
                    <a:cubicBezTo>
                      <a:pt x="346" y="102"/>
                      <a:pt x="279" y="12"/>
                      <a:pt x="190" y="1"/>
                    </a:cubicBezTo>
                    <a:cubicBezTo>
                      <a:pt x="183" y="1"/>
                      <a:pt x="177" y="0"/>
                      <a:pt x="170" y="0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 flipH="1">
                <a:off x="2910520" y="1442683"/>
                <a:ext cx="291296" cy="266240"/>
              </a:xfrm>
              <a:custGeom>
                <a:rect b="b" l="l" r="r" t="t"/>
                <a:pathLst>
                  <a:path extrusionOk="0" h="1477" w="1616">
                    <a:moveTo>
                      <a:pt x="792" y="1"/>
                    </a:moveTo>
                    <a:cubicBezTo>
                      <a:pt x="429" y="1"/>
                      <a:pt x="117" y="263"/>
                      <a:pt x="67" y="634"/>
                    </a:cubicBezTo>
                    <a:cubicBezTo>
                      <a:pt x="0" y="1035"/>
                      <a:pt x="290" y="1414"/>
                      <a:pt x="702" y="1470"/>
                    </a:cubicBezTo>
                    <a:cubicBezTo>
                      <a:pt x="737" y="1475"/>
                      <a:pt x="772" y="1477"/>
                      <a:pt x="807" y="1477"/>
                    </a:cubicBezTo>
                    <a:cubicBezTo>
                      <a:pt x="1179" y="1477"/>
                      <a:pt x="1509" y="1213"/>
                      <a:pt x="1560" y="846"/>
                    </a:cubicBezTo>
                    <a:cubicBezTo>
                      <a:pt x="1615" y="445"/>
                      <a:pt x="1326" y="66"/>
                      <a:pt x="914" y="11"/>
                    </a:cubicBezTo>
                    <a:cubicBezTo>
                      <a:pt x="873" y="4"/>
                      <a:pt x="832" y="1"/>
                      <a:pt x="79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100000">
                    <a:schemeClr val="accent5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1"/>
              <p:cNvSpPr/>
              <p:nvPr/>
            </p:nvSpPr>
            <p:spPr>
              <a:xfrm flipH="1">
                <a:off x="2964778" y="1476030"/>
                <a:ext cx="104549" cy="93734"/>
              </a:xfrm>
              <a:custGeom>
                <a:rect b="b" l="l" r="r" t="t"/>
                <a:pathLst>
                  <a:path extrusionOk="0" h="520" w="580">
                    <a:moveTo>
                      <a:pt x="283" y="1"/>
                    </a:moveTo>
                    <a:cubicBezTo>
                      <a:pt x="154" y="1"/>
                      <a:pt x="43" y="94"/>
                      <a:pt x="23" y="215"/>
                    </a:cubicBezTo>
                    <a:cubicBezTo>
                      <a:pt x="0" y="360"/>
                      <a:pt x="112" y="494"/>
                      <a:pt x="257" y="516"/>
                    </a:cubicBezTo>
                    <a:cubicBezTo>
                      <a:pt x="270" y="518"/>
                      <a:pt x="284" y="519"/>
                      <a:pt x="297" y="519"/>
                    </a:cubicBezTo>
                    <a:cubicBezTo>
                      <a:pt x="426" y="519"/>
                      <a:pt x="537" y="425"/>
                      <a:pt x="557" y="293"/>
                    </a:cubicBezTo>
                    <a:cubicBezTo>
                      <a:pt x="580" y="149"/>
                      <a:pt x="479" y="26"/>
                      <a:pt x="323" y="4"/>
                    </a:cubicBezTo>
                    <a:cubicBezTo>
                      <a:pt x="310" y="2"/>
                      <a:pt x="296" y="1"/>
                      <a:pt x="283" y="1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31"/>
              <p:cNvSpPr/>
              <p:nvPr/>
            </p:nvSpPr>
            <p:spPr>
              <a:xfrm flipH="1">
                <a:off x="3609193" y="1340117"/>
                <a:ext cx="217030" cy="213064"/>
              </a:xfrm>
              <a:custGeom>
                <a:rect b="b" l="l" r="r" t="t"/>
                <a:pathLst>
                  <a:path extrusionOk="0" h="1182" w="1204">
                    <a:moveTo>
                      <a:pt x="1158" y="669"/>
                    </a:moveTo>
                    <a:cubicBezTo>
                      <a:pt x="1114" y="981"/>
                      <a:pt x="835" y="1181"/>
                      <a:pt x="524" y="1137"/>
                    </a:cubicBezTo>
                    <a:cubicBezTo>
                      <a:pt x="223" y="1092"/>
                      <a:pt x="0" y="813"/>
                      <a:pt x="45" y="513"/>
                    </a:cubicBezTo>
                    <a:cubicBezTo>
                      <a:pt x="89" y="212"/>
                      <a:pt x="379" y="0"/>
                      <a:pt x="680" y="45"/>
                    </a:cubicBezTo>
                    <a:cubicBezTo>
                      <a:pt x="991" y="89"/>
                      <a:pt x="1203" y="368"/>
                      <a:pt x="1158" y="6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31"/>
              <p:cNvSpPr/>
              <p:nvPr/>
            </p:nvSpPr>
            <p:spPr>
              <a:xfrm flipH="1">
                <a:off x="3657503" y="1381937"/>
                <a:ext cx="68498" cy="60927"/>
              </a:xfrm>
              <a:custGeom>
                <a:rect b="b" l="l" r="r" t="t"/>
                <a:pathLst>
                  <a:path extrusionOk="0" h="338" w="380">
                    <a:moveTo>
                      <a:pt x="190" y="1"/>
                    </a:moveTo>
                    <a:cubicBezTo>
                      <a:pt x="109" y="1"/>
                      <a:pt x="33" y="55"/>
                      <a:pt x="12" y="147"/>
                    </a:cubicBezTo>
                    <a:cubicBezTo>
                      <a:pt x="1" y="236"/>
                      <a:pt x="68" y="325"/>
                      <a:pt x="168" y="336"/>
                    </a:cubicBezTo>
                    <a:cubicBezTo>
                      <a:pt x="177" y="337"/>
                      <a:pt x="185" y="338"/>
                      <a:pt x="193" y="338"/>
                    </a:cubicBezTo>
                    <a:cubicBezTo>
                      <a:pt x="283" y="338"/>
                      <a:pt x="358" y="283"/>
                      <a:pt x="369" y="192"/>
                    </a:cubicBezTo>
                    <a:cubicBezTo>
                      <a:pt x="380" y="102"/>
                      <a:pt x="313" y="13"/>
                      <a:pt x="213" y="2"/>
                    </a:cubicBezTo>
                    <a:cubicBezTo>
                      <a:pt x="205" y="1"/>
                      <a:pt x="198" y="1"/>
                      <a:pt x="190" y="1"/>
                    </a:cubicBezTo>
                    <a:close/>
                  </a:path>
                </a:pathLst>
              </a:custGeom>
              <a:solidFill>
                <a:srgbClr val="FFFFFF">
                  <a:alpha val="48370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chemeClr val="lt1">
                    <a:alpha val="50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0" name="Google Shape;280;p31"/>
          <p:cNvSpPr txBox="1"/>
          <p:nvPr/>
        </p:nvSpPr>
        <p:spPr>
          <a:xfrm>
            <a:off x="0" y="4342300"/>
            <a:ext cx="430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Link to our Github: </a:t>
            </a:r>
            <a:r>
              <a:rPr lang="en" sz="1200" u="sng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3"/>
              </a:rPr>
              <a:t>https://github.com/stilesj05/reu2025-cybersec-StilesAndKo</a:t>
            </a:r>
            <a:endParaRPr sz="1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Problem Statement Overview</a:t>
            </a:r>
            <a:endParaRPr sz="2400"/>
          </a:p>
        </p:txBody>
      </p:sp>
      <p:sp>
        <p:nvSpPr>
          <p:cNvPr id="286" name="Google Shape;286;p32"/>
          <p:cNvSpPr txBox="1"/>
          <p:nvPr>
            <p:ph idx="1" type="body"/>
          </p:nvPr>
        </p:nvSpPr>
        <p:spPr>
          <a:xfrm>
            <a:off x="254400" y="873750"/>
            <a:ext cx="84729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Current multi-agent rescue systems struggle to balance two key demands at once: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Trust-aware coordination: </a:t>
            </a:r>
            <a:r>
              <a:rPr lang="en" sz="1500"/>
              <a:t>Agents’ reliability can change over time, and task assignments should reflect evolving trust levels.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Dynamic routing in damaged environments: </a:t>
            </a:r>
            <a:r>
              <a:rPr lang="en" sz="1500"/>
              <a:t>Blocked passages require continuous replanning to find safe, efficient paths.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Our goal is to build a Neo4j-based knowledge graph that models rescue robots, human responders, patients, rooms, corridors, dynamic trust scores, risk levels, and cybersecurity events. We will then feed this graph into a quantum-enhanced optimizer to assign tasks and plan routes in real time.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Questions: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How does our Neo4j-based digital twin with quantum-enhanced optimization compare to a classical Dijkstra/QUBO hybrid in terms of mission completion time in dynamic hospital environments?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How does incorporating dynamic trust scores into the task allocation process affect patient extraction success rates in post-disaster hospital simulations?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/>
          <p:nvPr>
            <p:ph type="title"/>
          </p:nvPr>
        </p:nvSpPr>
        <p:spPr>
          <a:xfrm>
            <a:off x="424800" y="2127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Factor Graph Model of Trust for a Collaborative Multi-Agent System (Akbari, Behzad, et al)</a:t>
            </a:r>
            <a:endParaRPr sz="2400"/>
          </a:p>
        </p:txBody>
      </p:sp>
      <p:sp>
        <p:nvSpPr>
          <p:cNvPr id="292" name="Google Shape;292;p33"/>
          <p:cNvSpPr txBox="1"/>
          <p:nvPr>
            <p:ph idx="1" type="body"/>
          </p:nvPr>
        </p:nvSpPr>
        <p:spPr>
          <a:xfrm>
            <a:off x="186450" y="1134900"/>
            <a:ext cx="8393700" cy="28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authors wanted to create a trust-aware coordination model for robots (agents) that can make decisions independently in a shared space (like cars at an unsignaled intersection). They wanted to make the trust update </a:t>
            </a:r>
            <a:r>
              <a:rPr b="1" lang="en"/>
              <a:t>dynamically.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used a Factor Graph—a type of probabilistic graphical model—to represent each agent’s decisions and how much other agents can trust them, incorporating things like: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well they follow rules (e.g., avoiding collisions)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close they stay to expected trajectories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cooperative or “transparent” their actions 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50" y="3046399"/>
            <a:ext cx="3785199" cy="18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5450" y="3147702"/>
            <a:ext cx="4210800" cy="161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Conceptual Diagram</a:t>
            </a:r>
            <a:endParaRPr sz="2400"/>
          </a:p>
        </p:txBody>
      </p:sp>
      <p:sp>
        <p:nvSpPr>
          <p:cNvPr id="300" name="Google Shape;300;p34"/>
          <p:cNvSpPr txBox="1"/>
          <p:nvPr>
            <p:ph idx="1" type="body"/>
          </p:nvPr>
        </p:nvSpPr>
        <p:spPr>
          <a:xfrm>
            <a:off x="254400" y="1017725"/>
            <a:ext cx="84729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01" name="Google Shape;301;p34" title="Conceptual 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" y="0"/>
            <a:ext cx="914398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236850" y="25740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Method Overview</a:t>
            </a:r>
            <a:endParaRPr sz="2400"/>
          </a:p>
        </p:txBody>
      </p:sp>
      <p:sp>
        <p:nvSpPr>
          <p:cNvPr id="307" name="Google Shape;307;p35"/>
          <p:cNvSpPr txBox="1"/>
          <p:nvPr>
            <p:ph idx="1" type="body"/>
          </p:nvPr>
        </p:nvSpPr>
        <p:spPr>
          <a:xfrm>
            <a:off x="236850" y="1350200"/>
            <a:ext cx="7407300" cy="3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Tools &amp; Libraries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Neo4j: Models the hospital layout as a dynamic knowledge graph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Qiskit: Runs QUBO/QAOA algorithms for quantum optimization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NetworkX: Used for classical Dijkstra-based baseline comparisons and to </a:t>
            </a:r>
            <a:r>
              <a:rPr lang="en" sz="1600"/>
              <a:t>simulate the</a:t>
            </a:r>
            <a:r>
              <a:rPr lang="en" sz="1600"/>
              <a:t> graph used for visualization in Neo4j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Python (NumPy, Pandas): Data preprocessing, simulations, and evaluation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Google Colab: Cloud platform for running and visualizing experiments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Unity3D (maybe in the future, might run out of time for this)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" name="Google Shape;308;p35"/>
          <p:cNvGrpSpPr/>
          <p:nvPr/>
        </p:nvGrpSpPr>
        <p:grpSpPr>
          <a:xfrm>
            <a:off x="6489112" y="2945565"/>
            <a:ext cx="2654750" cy="2155461"/>
            <a:chOff x="1131725" y="2835201"/>
            <a:chExt cx="2186059" cy="1772000"/>
          </a:xfrm>
        </p:grpSpPr>
        <p:sp>
          <p:nvSpPr>
            <p:cNvPr id="309" name="Google Shape;309;p35"/>
            <p:cNvSpPr/>
            <p:nvPr/>
          </p:nvSpPr>
          <p:spPr>
            <a:xfrm>
              <a:off x="2302273" y="3696569"/>
              <a:ext cx="190811" cy="129457"/>
            </a:xfrm>
            <a:custGeom>
              <a:rect b="b" l="l" r="r" t="t"/>
              <a:pathLst>
                <a:path extrusionOk="0" h="1285" w="1894">
                  <a:moveTo>
                    <a:pt x="761" y="1"/>
                  </a:moveTo>
                  <a:cubicBezTo>
                    <a:pt x="421" y="1"/>
                    <a:pt x="0" y="161"/>
                    <a:pt x="0" y="161"/>
                  </a:cubicBezTo>
                  <a:cubicBezTo>
                    <a:pt x="0" y="161"/>
                    <a:pt x="1268" y="1285"/>
                    <a:pt x="1669" y="1285"/>
                  </a:cubicBezTo>
                  <a:cubicBezTo>
                    <a:pt x="1727" y="1285"/>
                    <a:pt x="1767" y="1261"/>
                    <a:pt x="1782" y="1208"/>
                  </a:cubicBezTo>
                  <a:cubicBezTo>
                    <a:pt x="1894" y="796"/>
                    <a:pt x="1370" y="295"/>
                    <a:pt x="1080" y="83"/>
                  </a:cubicBezTo>
                  <a:cubicBezTo>
                    <a:pt x="1002" y="23"/>
                    <a:pt x="887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1357291" y="3653249"/>
              <a:ext cx="1277245" cy="869832"/>
            </a:xfrm>
            <a:custGeom>
              <a:rect b="b" l="l" r="r" t="t"/>
              <a:pathLst>
                <a:path extrusionOk="0" h="8634" w="12678">
                  <a:moveTo>
                    <a:pt x="11307" y="7932"/>
                  </a:moveTo>
                  <a:cubicBezTo>
                    <a:pt x="11307" y="7932"/>
                    <a:pt x="12677" y="2752"/>
                    <a:pt x="11251" y="1516"/>
                  </a:cubicBezTo>
                  <a:cubicBezTo>
                    <a:pt x="9814" y="290"/>
                    <a:pt x="8277" y="45"/>
                    <a:pt x="7575" y="23"/>
                  </a:cubicBezTo>
                  <a:cubicBezTo>
                    <a:pt x="6874" y="1"/>
                    <a:pt x="3666" y="313"/>
                    <a:pt x="3666" y="313"/>
                  </a:cubicBezTo>
                  <a:cubicBezTo>
                    <a:pt x="3666" y="313"/>
                    <a:pt x="747" y="1059"/>
                    <a:pt x="369" y="1371"/>
                  </a:cubicBezTo>
                  <a:cubicBezTo>
                    <a:pt x="1" y="1671"/>
                    <a:pt x="770" y="7230"/>
                    <a:pt x="1883" y="863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1989160" y="3661107"/>
              <a:ext cx="96614" cy="801326"/>
            </a:xfrm>
            <a:custGeom>
              <a:rect b="b" l="l" r="r" t="t"/>
              <a:pathLst>
                <a:path extrusionOk="0" h="7954" w="959">
                  <a:moveTo>
                    <a:pt x="156" y="1"/>
                  </a:moveTo>
                  <a:cubicBezTo>
                    <a:pt x="100" y="1"/>
                    <a:pt x="45" y="12"/>
                    <a:pt x="0" y="12"/>
                  </a:cubicBezTo>
                  <a:cubicBezTo>
                    <a:pt x="368" y="591"/>
                    <a:pt x="825" y="1638"/>
                    <a:pt x="747" y="3287"/>
                  </a:cubicBezTo>
                  <a:cubicBezTo>
                    <a:pt x="657" y="5069"/>
                    <a:pt x="290" y="6873"/>
                    <a:pt x="22" y="7954"/>
                  </a:cubicBezTo>
                  <a:lnTo>
                    <a:pt x="167" y="7943"/>
                  </a:lnTo>
                  <a:cubicBezTo>
                    <a:pt x="423" y="6862"/>
                    <a:pt x="791" y="5069"/>
                    <a:pt x="880" y="3287"/>
                  </a:cubicBezTo>
                  <a:cubicBezTo>
                    <a:pt x="958" y="1660"/>
                    <a:pt x="535" y="602"/>
                    <a:pt x="156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1357291" y="3732938"/>
              <a:ext cx="405297" cy="790143"/>
            </a:xfrm>
            <a:custGeom>
              <a:rect b="b" l="l" r="r" t="t"/>
              <a:pathLst>
                <a:path extrusionOk="0" h="7843" w="4023">
                  <a:moveTo>
                    <a:pt x="1939" y="1"/>
                  </a:moveTo>
                  <a:cubicBezTo>
                    <a:pt x="1226" y="212"/>
                    <a:pt x="536" y="435"/>
                    <a:pt x="369" y="580"/>
                  </a:cubicBezTo>
                  <a:cubicBezTo>
                    <a:pt x="1" y="880"/>
                    <a:pt x="770" y="6439"/>
                    <a:pt x="1883" y="7842"/>
                  </a:cubicBezTo>
                  <a:lnTo>
                    <a:pt x="2797" y="7831"/>
                  </a:lnTo>
                  <a:cubicBezTo>
                    <a:pt x="2797" y="7798"/>
                    <a:pt x="2808" y="7230"/>
                    <a:pt x="2808" y="7196"/>
                  </a:cubicBezTo>
                  <a:cubicBezTo>
                    <a:pt x="2986" y="6405"/>
                    <a:pt x="3432" y="5748"/>
                    <a:pt x="3621" y="4969"/>
                  </a:cubicBezTo>
                  <a:cubicBezTo>
                    <a:pt x="4022" y="3376"/>
                    <a:pt x="3966" y="468"/>
                    <a:pt x="1939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1623256" y="3500419"/>
              <a:ext cx="612832" cy="237859"/>
            </a:xfrm>
            <a:custGeom>
              <a:rect b="b" l="l" r="r" t="t"/>
              <a:pathLst>
                <a:path extrusionOk="0" h="2361" w="6083">
                  <a:moveTo>
                    <a:pt x="5169" y="1"/>
                  </a:moveTo>
                  <a:cubicBezTo>
                    <a:pt x="3512" y="1"/>
                    <a:pt x="1" y="415"/>
                    <a:pt x="1" y="415"/>
                  </a:cubicBezTo>
                  <a:cubicBezTo>
                    <a:pt x="1" y="415"/>
                    <a:pt x="680" y="1930"/>
                    <a:pt x="892" y="2019"/>
                  </a:cubicBezTo>
                  <a:cubicBezTo>
                    <a:pt x="1087" y="2087"/>
                    <a:pt x="2706" y="2360"/>
                    <a:pt x="3720" y="2360"/>
                  </a:cubicBezTo>
                  <a:cubicBezTo>
                    <a:pt x="3865" y="2360"/>
                    <a:pt x="3997" y="2354"/>
                    <a:pt x="4111" y="2342"/>
                  </a:cubicBezTo>
                  <a:cubicBezTo>
                    <a:pt x="5013" y="2242"/>
                    <a:pt x="5827" y="1651"/>
                    <a:pt x="5827" y="1651"/>
                  </a:cubicBezTo>
                  <a:cubicBezTo>
                    <a:pt x="5827" y="1651"/>
                    <a:pt x="6083" y="571"/>
                    <a:pt x="6016" y="136"/>
                  </a:cubicBezTo>
                  <a:cubicBezTo>
                    <a:pt x="6000" y="38"/>
                    <a:pt x="5669" y="1"/>
                    <a:pt x="5169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5"/>
            <p:cNvSpPr/>
            <p:nvPr/>
          </p:nvSpPr>
          <p:spPr>
            <a:xfrm>
              <a:off x="1413406" y="2835201"/>
              <a:ext cx="1008961" cy="888873"/>
            </a:xfrm>
            <a:custGeom>
              <a:rect b="b" l="l" r="r" t="t"/>
              <a:pathLst>
                <a:path extrusionOk="0" h="8823" w="10015">
                  <a:moveTo>
                    <a:pt x="6963" y="368"/>
                  </a:moveTo>
                  <a:cubicBezTo>
                    <a:pt x="6283" y="78"/>
                    <a:pt x="5548" y="0"/>
                    <a:pt x="4824" y="89"/>
                  </a:cubicBezTo>
                  <a:cubicBezTo>
                    <a:pt x="3944" y="201"/>
                    <a:pt x="2507" y="446"/>
                    <a:pt x="1950" y="914"/>
                  </a:cubicBezTo>
                  <a:cubicBezTo>
                    <a:pt x="1126" y="1615"/>
                    <a:pt x="1" y="3275"/>
                    <a:pt x="290" y="5726"/>
                  </a:cubicBezTo>
                  <a:cubicBezTo>
                    <a:pt x="290" y="5793"/>
                    <a:pt x="313" y="5871"/>
                    <a:pt x="346" y="5937"/>
                  </a:cubicBezTo>
                  <a:cubicBezTo>
                    <a:pt x="502" y="6249"/>
                    <a:pt x="1081" y="7129"/>
                    <a:pt x="2997" y="7775"/>
                  </a:cubicBezTo>
                  <a:cubicBezTo>
                    <a:pt x="3008" y="7786"/>
                    <a:pt x="3031" y="7786"/>
                    <a:pt x="3053" y="7786"/>
                  </a:cubicBezTo>
                  <a:cubicBezTo>
                    <a:pt x="3409" y="7887"/>
                    <a:pt x="7342" y="8822"/>
                    <a:pt x="9670" y="6528"/>
                  </a:cubicBezTo>
                  <a:cubicBezTo>
                    <a:pt x="9781" y="6427"/>
                    <a:pt x="9848" y="6283"/>
                    <a:pt x="9859" y="6127"/>
                  </a:cubicBezTo>
                  <a:cubicBezTo>
                    <a:pt x="9937" y="5492"/>
                    <a:pt x="10015" y="3698"/>
                    <a:pt x="9046" y="2217"/>
                  </a:cubicBezTo>
                  <a:cubicBezTo>
                    <a:pt x="8366" y="1192"/>
                    <a:pt x="7631" y="657"/>
                    <a:pt x="6963" y="368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5"/>
            <p:cNvSpPr/>
            <p:nvPr/>
          </p:nvSpPr>
          <p:spPr>
            <a:xfrm>
              <a:off x="1416831" y="2961938"/>
              <a:ext cx="292966" cy="645372"/>
            </a:xfrm>
            <a:custGeom>
              <a:rect b="b" l="l" r="r" t="t"/>
              <a:pathLst>
                <a:path extrusionOk="0" h="6406" w="2908">
                  <a:moveTo>
                    <a:pt x="1560" y="1"/>
                  </a:moveTo>
                  <a:cubicBezTo>
                    <a:pt x="802" y="825"/>
                    <a:pt x="0" y="2351"/>
                    <a:pt x="256" y="4468"/>
                  </a:cubicBezTo>
                  <a:cubicBezTo>
                    <a:pt x="256" y="4535"/>
                    <a:pt x="279" y="4613"/>
                    <a:pt x="312" y="4679"/>
                  </a:cubicBezTo>
                  <a:cubicBezTo>
                    <a:pt x="457" y="4980"/>
                    <a:pt x="981" y="5771"/>
                    <a:pt x="2640" y="6406"/>
                  </a:cubicBezTo>
                  <a:cubicBezTo>
                    <a:pt x="2106" y="5604"/>
                    <a:pt x="2094" y="4601"/>
                    <a:pt x="2228" y="3599"/>
                  </a:cubicBezTo>
                  <a:cubicBezTo>
                    <a:pt x="2317" y="2908"/>
                    <a:pt x="2718" y="2340"/>
                    <a:pt x="2852" y="1672"/>
                  </a:cubicBezTo>
                  <a:cubicBezTo>
                    <a:pt x="2908" y="1416"/>
                    <a:pt x="2796" y="302"/>
                    <a:pt x="156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1687229" y="3009086"/>
              <a:ext cx="699271" cy="465845"/>
            </a:xfrm>
            <a:custGeom>
              <a:rect b="b" l="l" r="r" t="t"/>
              <a:pathLst>
                <a:path extrusionOk="0" h="4624" w="6941">
                  <a:moveTo>
                    <a:pt x="6829" y="3164"/>
                  </a:moveTo>
                  <a:cubicBezTo>
                    <a:pt x="6829" y="3164"/>
                    <a:pt x="6551" y="714"/>
                    <a:pt x="5392" y="357"/>
                  </a:cubicBezTo>
                  <a:cubicBezTo>
                    <a:pt x="4234" y="1"/>
                    <a:pt x="959" y="558"/>
                    <a:pt x="613" y="1193"/>
                  </a:cubicBezTo>
                  <a:cubicBezTo>
                    <a:pt x="257" y="1828"/>
                    <a:pt x="1" y="3231"/>
                    <a:pt x="168" y="3498"/>
                  </a:cubicBezTo>
                  <a:cubicBezTo>
                    <a:pt x="346" y="3766"/>
                    <a:pt x="1705" y="4624"/>
                    <a:pt x="3075" y="4557"/>
                  </a:cubicBezTo>
                  <a:cubicBezTo>
                    <a:pt x="4434" y="4490"/>
                    <a:pt x="6940" y="3822"/>
                    <a:pt x="6829" y="31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1698512" y="3033769"/>
              <a:ext cx="687988" cy="434815"/>
            </a:xfrm>
            <a:custGeom>
              <a:rect b="b" l="l" r="r" t="t"/>
              <a:pathLst>
                <a:path extrusionOk="0" h="4316" w="6829">
                  <a:moveTo>
                    <a:pt x="4281" y="1"/>
                  </a:moveTo>
                  <a:cubicBezTo>
                    <a:pt x="2841" y="1"/>
                    <a:pt x="772" y="450"/>
                    <a:pt x="501" y="948"/>
                  </a:cubicBezTo>
                  <a:cubicBezTo>
                    <a:pt x="446" y="1037"/>
                    <a:pt x="401" y="1137"/>
                    <a:pt x="357" y="1248"/>
                  </a:cubicBezTo>
                  <a:cubicBezTo>
                    <a:pt x="401" y="1159"/>
                    <a:pt x="435" y="1081"/>
                    <a:pt x="479" y="1003"/>
                  </a:cubicBezTo>
                  <a:cubicBezTo>
                    <a:pt x="731" y="541"/>
                    <a:pt x="2554" y="194"/>
                    <a:pt x="3908" y="194"/>
                  </a:cubicBezTo>
                  <a:cubicBezTo>
                    <a:pt x="4350" y="194"/>
                    <a:pt x="4741" y="231"/>
                    <a:pt x="5013" y="313"/>
                  </a:cubicBezTo>
                  <a:cubicBezTo>
                    <a:pt x="6116" y="647"/>
                    <a:pt x="6283" y="2864"/>
                    <a:pt x="6283" y="2864"/>
                  </a:cubicBezTo>
                  <a:cubicBezTo>
                    <a:pt x="6383" y="3476"/>
                    <a:pt x="4122" y="4000"/>
                    <a:pt x="2830" y="4067"/>
                  </a:cubicBezTo>
                  <a:cubicBezTo>
                    <a:pt x="2778" y="4069"/>
                    <a:pt x="2726" y="4070"/>
                    <a:pt x="2674" y="4070"/>
                  </a:cubicBezTo>
                  <a:cubicBezTo>
                    <a:pt x="1425" y="4070"/>
                    <a:pt x="216" y="3444"/>
                    <a:pt x="56" y="3198"/>
                  </a:cubicBezTo>
                  <a:cubicBezTo>
                    <a:pt x="22" y="3153"/>
                    <a:pt x="11" y="3075"/>
                    <a:pt x="0" y="2964"/>
                  </a:cubicBezTo>
                  <a:lnTo>
                    <a:pt x="0" y="2964"/>
                  </a:lnTo>
                  <a:cubicBezTo>
                    <a:pt x="11" y="3098"/>
                    <a:pt x="22" y="3198"/>
                    <a:pt x="56" y="3253"/>
                  </a:cubicBezTo>
                  <a:cubicBezTo>
                    <a:pt x="227" y="3511"/>
                    <a:pt x="1493" y="4315"/>
                    <a:pt x="2810" y="4315"/>
                  </a:cubicBezTo>
                  <a:cubicBezTo>
                    <a:pt x="2861" y="4315"/>
                    <a:pt x="2912" y="4314"/>
                    <a:pt x="2963" y="4312"/>
                  </a:cubicBezTo>
                  <a:cubicBezTo>
                    <a:pt x="4322" y="4245"/>
                    <a:pt x="6828" y="3577"/>
                    <a:pt x="6717" y="2919"/>
                  </a:cubicBezTo>
                  <a:cubicBezTo>
                    <a:pt x="6717" y="2919"/>
                    <a:pt x="6439" y="469"/>
                    <a:pt x="5280" y="112"/>
                  </a:cubicBezTo>
                  <a:cubicBezTo>
                    <a:pt x="5029" y="35"/>
                    <a:pt x="4679" y="1"/>
                    <a:pt x="428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5"/>
            <p:cNvSpPr/>
            <p:nvPr/>
          </p:nvSpPr>
          <p:spPr>
            <a:xfrm>
              <a:off x="1516669" y="2908745"/>
              <a:ext cx="714987" cy="624518"/>
            </a:xfrm>
            <a:custGeom>
              <a:rect b="b" l="l" r="r" t="t"/>
              <a:pathLst>
                <a:path extrusionOk="0" h="6199" w="7097">
                  <a:moveTo>
                    <a:pt x="5038" y="1"/>
                  </a:moveTo>
                  <a:cubicBezTo>
                    <a:pt x="4933" y="1"/>
                    <a:pt x="4838" y="6"/>
                    <a:pt x="4757" y="17"/>
                  </a:cubicBezTo>
                  <a:cubicBezTo>
                    <a:pt x="3342" y="206"/>
                    <a:pt x="1360" y="707"/>
                    <a:pt x="513" y="2779"/>
                  </a:cubicBezTo>
                  <a:cubicBezTo>
                    <a:pt x="1" y="4004"/>
                    <a:pt x="12" y="5296"/>
                    <a:pt x="90" y="6087"/>
                  </a:cubicBezTo>
                  <a:cubicBezTo>
                    <a:pt x="145" y="6121"/>
                    <a:pt x="190" y="6154"/>
                    <a:pt x="235" y="6199"/>
                  </a:cubicBezTo>
                  <a:cubicBezTo>
                    <a:pt x="157" y="5430"/>
                    <a:pt x="112" y="4093"/>
                    <a:pt x="624" y="2824"/>
                  </a:cubicBezTo>
                  <a:cubicBezTo>
                    <a:pt x="1460" y="819"/>
                    <a:pt x="3387" y="328"/>
                    <a:pt x="4768" y="139"/>
                  </a:cubicBezTo>
                  <a:cubicBezTo>
                    <a:pt x="4842" y="130"/>
                    <a:pt x="4926" y="126"/>
                    <a:pt x="5020" y="126"/>
                  </a:cubicBezTo>
                  <a:cubicBezTo>
                    <a:pt x="5608" y="126"/>
                    <a:pt x="6539" y="290"/>
                    <a:pt x="7096" y="395"/>
                  </a:cubicBezTo>
                  <a:cubicBezTo>
                    <a:pt x="7041" y="340"/>
                    <a:pt x="6974" y="284"/>
                    <a:pt x="6907" y="228"/>
                  </a:cubicBezTo>
                  <a:cubicBezTo>
                    <a:pt x="6340" y="126"/>
                    <a:pt x="5564" y="1"/>
                    <a:pt x="503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5"/>
            <p:cNvSpPr/>
            <p:nvPr/>
          </p:nvSpPr>
          <p:spPr>
            <a:xfrm>
              <a:off x="1828674" y="3483191"/>
              <a:ext cx="479244" cy="157867"/>
            </a:xfrm>
            <a:custGeom>
              <a:rect b="b" l="l" r="r" t="t"/>
              <a:pathLst>
                <a:path extrusionOk="0" h="1567" w="4757">
                  <a:moveTo>
                    <a:pt x="3843" y="1"/>
                  </a:moveTo>
                  <a:cubicBezTo>
                    <a:pt x="3124" y="1"/>
                    <a:pt x="803" y="213"/>
                    <a:pt x="568" y="519"/>
                  </a:cubicBezTo>
                  <a:lnTo>
                    <a:pt x="535" y="575"/>
                  </a:lnTo>
                  <a:cubicBezTo>
                    <a:pt x="357" y="820"/>
                    <a:pt x="156" y="1076"/>
                    <a:pt x="0" y="1555"/>
                  </a:cubicBezTo>
                  <a:cubicBezTo>
                    <a:pt x="45" y="1555"/>
                    <a:pt x="89" y="1566"/>
                    <a:pt x="134" y="1566"/>
                  </a:cubicBezTo>
                  <a:cubicBezTo>
                    <a:pt x="279" y="1132"/>
                    <a:pt x="468" y="875"/>
                    <a:pt x="635" y="653"/>
                  </a:cubicBezTo>
                  <a:lnTo>
                    <a:pt x="680" y="597"/>
                  </a:lnTo>
                  <a:cubicBezTo>
                    <a:pt x="845" y="370"/>
                    <a:pt x="3109" y="124"/>
                    <a:pt x="3843" y="124"/>
                  </a:cubicBezTo>
                  <a:cubicBezTo>
                    <a:pt x="3902" y="124"/>
                    <a:pt x="3951" y="126"/>
                    <a:pt x="3988" y="129"/>
                  </a:cubicBezTo>
                  <a:cubicBezTo>
                    <a:pt x="4289" y="163"/>
                    <a:pt x="4545" y="608"/>
                    <a:pt x="4645" y="798"/>
                  </a:cubicBezTo>
                  <a:cubicBezTo>
                    <a:pt x="4679" y="775"/>
                    <a:pt x="4712" y="753"/>
                    <a:pt x="4757" y="731"/>
                  </a:cubicBezTo>
                  <a:cubicBezTo>
                    <a:pt x="4645" y="508"/>
                    <a:pt x="4367" y="40"/>
                    <a:pt x="3999" y="7"/>
                  </a:cubicBezTo>
                  <a:cubicBezTo>
                    <a:pt x="3963" y="3"/>
                    <a:pt x="3910" y="1"/>
                    <a:pt x="384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1747877" y="2844167"/>
              <a:ext cx="339007" cy="129155"/>
            </a:xfrm>
            <a:custGeom>
              <a:rect b="b" l="l" r="r" t="t"/>
              <a:pathLst>
                <a:path extrusionOk="0" h="1282" w="3365">
                  <a:moveTo>
                    <a:pt x="1504" y="0"/>
                  </a:moveTo>
                  <a:cubicBezTo>
                    <a:pt x="1070" y="56"/>
                    <a:pt x="524" y="145"/>
                    <a:pt x="0" y="268"/>
                  </a:cubicBezTo>
                  <a:cubicBezTo>
                    <a:pt x="379" y="312"/>
                    <a:pt x="1426" y="635"/>
                    <a:pt x="2139" y="1092"/>
                  </a:cubicBezTo>
                  <a:cubicBezTo>
                    <a:pt x="2306" y="1203"/>
                    <a:pt x="2462" y="1281"/>
                    <a:pt x="2685" y="1281"/>
                  </a:cubicBezTo>
                  <a:cubicBezTo>
                    <a:pt x="3130" y="1281"/>
                    <a:pt x="3364" y="1014"/>
                    <a:pt x="3275" y="669"/>
                  </a:cubicBezTo>
                  <a:cubicBezTo>
                    <a:pt x="3220" y="446"/>
                    <a:pt x="1560" y="0"/>
                    <a:pt x="150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5"/>
            <p:cNvSpPr/>
            <p:nvPr/>
          </p:nvSpPr>
          <p:spPr>
            <a:xfrm>
              <a:off x="1846606" y="2844167"/>
              <a:ext cx="236851" cy="119081"/>
            </a:xfrm>
            <a:custGeom>
              <a:rect b="b" l="l" r="r" t="t"/>
              <a:pathLst>
                <a:path extrusionOk="0" h="1182" w="2351">
                  <a:moveTo>
                    <a:pt x="524" y="0"/>
                  </a:moveTo>
                  <a:cubicBezTo>
                    <a:pt x="357" y="23"/>
                    <a:pt x="190" y="45"/>
                    <a:pt x="1" y="78"/>
                  </a:cubicBezTo>
                  <a:cubicBezTo>
                    <a:pt x="301" y="156"/>
                    <a:pt x="613" y="245"/>
                    <a:pt x="903" y="346"/>
                  </a:cubicBezTo>
                  <a:cubicBezTo>
                    <a:pt x="1181" y="446"/>
                    <a:pt x="1449" y="557"/>
                    <a:pt x="1683" y="747"/>
                  </a:cubicBezTo>
                  <a:cubicBezTo>
                    <a:pt x="1838" y="869"/>
                    <a:pt x="1972" y="1036"/>
                    <a:pt x="2117" y="1181"/>
                  </a:cubicBezTo>
                  <a:cubicBezTo>
                    <a:pt x="2284" y="1070"/>
                    <a:pt x="2351" y="880"/>
                    <a:pt x="2295" y="669"/>
                  </a:cubicBezTo>
                  <a:cubicBezTo>
                    <a:pt x="2273" y="568"/>
                    <a:pt x="2184" y="413"/>
                    <a:pt x="1794" y="279"/>
                  </a:cubicBezTo>
                  <a:cubicBezTo>
                    <a:pt x="1337" y="134"/>
                    <a:pt x="546" y="0"/>
                    <a:pt x="524" y="0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5"/>
            <p:cNvSpPr/>
            <p:nvPr/>
          </p:nvSpPr>
          <p:spPr>
            <a:xfrm>
              <a:off x="1962160" y="2872174"/>
              <a:ext cx="124722" cy="101148"/>
            </a:xfrm>
            <a:custGeom>
              <a:rect b="b" l="l" r="r" t="t"/>
              <a:pathLst>
                <a:path extrusionOk="0" h="1004" w="1238">
                  <a:moveTo>
                    <a:pt x="1148" y="391"/>
                  </a:moveTo>
                  <a:cubicBezTo>
                    <a:pt x="1115" y="268"/>
                    <a:pt x="892" y="1"/>
                    <a:pt x="524" y="1"/>
                  </a:cubicBezTo>
                  <a:cubicBezTo>
                    <a:pt x="380" y="23"/>
                    <a:pt x="101" y="179"/>
                    <a:pt x="57" y="357"/>
                  </a:cubicBezTo>
                  <a:cubicBezTo>
                    <a:pt x="1" y="580"/>
                    <a:pt x="12" y="636"/>
                    <a:pt x="57" y="847"/>
                  </a:cubicBezTo>
                  <a:cubicBezTo>
                    <a:pt x="201" y="948"/>
                    <a:pt x="357" y="1003"/>
                    <a:pt x="558" y="1003"/>
                  </a:cubicBezTo>
                  <a:cubicBezTo>
                    <a:pt x="1003" y="1003"/>
                    <a:pt x="1237" y="736"/>
                    <a:pt x="1148" y="39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1995909" y="2896857"/>
              <a:ext cx="58432" cy="52891"/>
            </a:xfrm>
            <a:custGeom>
              <a:rect b="b" l="l" r="r" t="t"/>
              <a:pathLst>
                <a:path extrusionOk="0" h="525" w="580">
                  <a:moveTo>
                    <a:pt x="290" y="1"/>
                  </a:moveTo>
                  <a:cubicBezTo>
                    <a:pt x="134" y="1"/>
                    <a:pt x="0" y="112"/>
                    <a:pt x="0" y="257"/>
                  </a:cubicBezTo>
                  <a:cubicBezTo>
                    <a:pt x="0" y="402"/>
                    <a:pt x="134" y="524"/>
                    <a:pt x="290" y="524"/>
                  </a:cubicBezTo>
                  <a:cubicBezTo>
                    <a:pt x="457" y="524"/>
                    <a:pt x="579" y="402"/>
                    <a:pt x="579" y="257"/>
                  </a:cubicBezTo>
                  <a:cubicBezTo>
                    <a:pt x="579" y="112"/>
                    <a:pt x="457" y="1"/>
                    <a:pt x="29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5"/>
            <p:cNvSpPr/>
            <p:nvPr/>
          </p:nvSpPr>
          <p:spPr>
            <a:xfrm>
              <a:off x="1897079" y="3899066"/>
              <a:ext cx="318858" cy="294075"/>
            </a:xfrm>
            <a:custGeom>
              <a:rect b="b" l="l" r="r" t="t"/>
              <a:pathLst>
                <a:path extrusionOk="0" h="2919" w="3165">
                  <a:moveTo>
                    <a:pt x="1583" y="0"/>
                  </a:moveTo>
                  <a:cubicBezTo>
                    <a:pt x="714" y="0"/>
                    <a:pt x="1" y="657"/>
                    <a:pt x="1" y="1459"/>
                  </a:cubicBezTo>
                  <a:cubicBezTo>
                    <a:pt x="1" y="2261"/>
                    <a:pt x="714" y="2918"/>
                    <a:pt x="1583" y="2918"/>
                  </a:cubicBezTo>
                  <a:cubicBezTo>
                    <a:pt x="2463" y="2918"/>
                    <a:pt x="3164" y="2261"/>
                    <a:pt x="3164" y="1459"/>
                  </a:cubicBezTo>
                  <a:cubicBezTo>
                    <a:pt x="3164" y="657"/>
                    <a:pt x="2463" y="0"/>
                    <a:pt x="158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5"/>
            <p:cNvSpPr/>
            <p:nvPr/>
          </p:nvSpPr>
          <p:spPr>
            <a:xfrm>
              <a:off x="1918437" y="3918107"/>
              <a:ext cx="277250" cy="255993"/>
            </a:xfrm>
            <a:custGeom>
              <a:rect b="b" l="l" r="r" t="t"/>
              <a:pathLst>
                <a:path extrusionOk="0" h="2541" w="2752">
                  <a:moveTo>
                    <a:pt x="1371" y="0"/>
                  </a:moveTo>
                  <a:cubicBezTo>
                    <a:pt x="613" y="0"/>
                    <a:pt x="0" y="569"/>
                    <a:pt x="0" y="1270"/>
                  </a:cubicBezTo>
                  <a:cubicBezTo>
                    <a:pt x="0" y="1972"/>
                    <a:pt x="613" y="2540"/>
                    <a:pt x="1371" y="2540"/>
                  </a:cubicBezTo>
                  <a:cubicBezTo>
                    <a:pt x="2139" y="2540"/>
                    <a:pt x="2752" y="1972"/>
                    <a:pt x="2752" y="1270"/>
                  </a:cubicBezTo>
                  <a:cubicBezTo>
                    <a:pt x="2752" y="569"/>
                    <a:pt x="2139" y="0"/>
                    <a:pt x="1371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1972335" y="3952863"/>
              <a:ext cx="191919" cy="177412"/>
            </a:xfrm>
            <a:custGeom>
              <a:rect b="b" l="l" r="r" t="t"/>
              <a:pathLst>
                <a:path extrusionOk="0" h="1761" w="1905">
                  <a:moveTo>
                    <a:pt x="947" y="1"/>
                  </a:moveTo>
                  <a:cubicBezTo>
                    <a:pt x="423" y="1"/>
                    <a:pt x="0" y="391"/>
                    <a:pt x="0" y="881"/>
                  </a:cubicBezTo>
                  <a:cubicBezTo>
                    <a:pt x="0" y="1371"/>
                    <a:pt x="423" y="1761"/>
                    <a:pt x="947" y="1761"/>
                  </a:cubicBezTo>
                  <a:cubicBezTo>
                    <a:pt x="1482" y="1761"/>
                    <a:pt x="1905" y="1371"/>
                    <a:pt x="1905" y="881"/>
                  </a:cubicBezTo>
                  <a:cubicBezTo>
                    <a:pt x="1905" y="391"/>
                    <a:pt x="1482" y="1"/>
                    <a:pt x="94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5"/>
            <p:cNvSpPr/>
            <p:nvPr/>
          </p:nvSpPr>
          <p:spPr>
            <a:xfrm>
              <a:off x="2002559" y="3980971"/>
              <a:ext cx="131472" cy="121297"/>
            </a:xfrm>
            <a:custGeom>
              <a:rect b="b" l="l" r="r" t="t"/>
              <a:pathLst>
                <a:path extrusionOk="0" h="1204" w="1305">
                  <a:moveTo>
                    <a:pt x="1304" y="602"/>
                  </a:moveTo>
                  <a:cubicBezTo>
                    <a:pt x="1304" y="936"/>
                    <a:pt x="1015" y="1203"/>
                    <a:pt x="647" y="1203"/>
                  </a:cubicBezTo>
                  <a:cubicBezTo>
                    <a:pt x="290" y="1203"/>
                    <a:pt x="1" y="936"/>
                    <a:pt x="1" y="602"/>
                  </a:cubicBezTo>
                  <a:cubicBezTo>
                    <a:pt x="1" y="268"/>
                    <a:pt x="290" y="0"/>
                    <a:pt x="647" y="0"/>
                  </a:cubicBezTo>
                  <a:cubicBezTo>
                    <a:pt x="1015" y="0"/>
                    <a:pt x="1304" y="268"/>
                    <a:pt x="1304" y="602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5"/>
            <p:cNvSpPr/>
            <p:nvPr/>
          </p:nvSpPr>
          <p:spPr>
            <a:xfrm>
              <a:off x="2864426" y="4382641"/>
              <a:ext cx="90973" cy="61857"/>
            </a:xfrm>
            <a:custGeom>
              <a:rect b="b" l="l" r="r" t="t"/>
              <a:pathLst>
                <a:path extrusionOk="0" h="614" w="903">
                  <a:moveTo>
                    <a:pt x="1" y="1"/>
                  </a:moveTo>
                  <a:lnTo>
                    <a:pt x="1" y="614"/>
                  </a:lnTo>
                  <a:lnTo>
                    <a:pt x="903" y="614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2155186" y="4382641"/>
              <a:ext cx="91073" cy="61857"/>
            </a:xfrm>
            <a:custGeom>
              <a:rect b="b" l="l" r="r" t="t"/>
              <a:pathLst>
                <a:path extrusionOk="0" h="614" w="904">
                  <a:moveTo>
                    <a:pt x="1" y="1"/>
                  </a:moveTo>
                  <a:lnTo>
                    <a:pt x="1" y="614"/>
                  </a:lnTo>
                  <a:lnTo>
                    <a:pt x="903" y="614"/>
                  </a:lnTo>
                  <a:lnTo>
                    <a:pt x="903" y="1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2019383" y="3756512"/>
              <a:ext cx="1274928" cy="670055"/>
            </a:xfrm>
            <a:custGeom>
              <a:rect b="b" l="l" r="r" t="t"/>
              <a:pathLst>
                <a:path extrusionOk="0" h="6651" w="12655">
                  <a:moveTo>
                    <a:pt x="2351" y="0"/>
                  </a:moveTo>
                  <a:cubicBezTo>
                    <a:pt x="2273" y="0"/>
                    <a:pt x="2206" y="56"/>
                    <a:pt x="2184" y="112"/>
                  </a:cubicBezTo>
                  <a:lnTo>
                    <a:pt x="23" y="6450"/>
                  </a:lnTo>
                  <a:cubicBezTo>
                    <a:pt x="1" y="6539"/>
                    <a:pt x="68" y="6617"/>
                    <a:pt x="179" y="6617"/>
                  </a:cubicBezTo>
                  <a:lnTo>
                    <a:pt x="10505" y="6650"/>
                  </a:lnTo>
                  <a:cubicBezTo>
                    <a:pt x="10594" y="6650"/>
                    <a:pt x="10672" y="6595"/>
                    <a:pt x="10683" y="6517"/>
                  </a:cubicBezTo>
                  <a:lnTo>
                    <a:pt x="12599" y="546"/>
                  </a:lnTo>
                  <a:cubicBezTo>
                    <a:pt x="12610" y="491"/>
                    <a:pt x="12655" y="312"/>
                    <a:pt x="12555" y="268"/>
                  </a:cubicBezTo>
                  <a:cubicBezTo>
                    <a:pt x="12471" y="229"/>
                    <a:pt x="12396" y="218"/>
                    <a:pt x="12326" y="218"/>
                  </a:cubicBezTo>
                  <a:cubicBezTo>
                    <a:pt x="12257" y="218"/>
                    <a:pt x="12193" y="229"/>
                    <a:pt x="12131" y="234"/>
                  </a:cubicBezTo>
                  <a:lnTo>
                    <a:pt x="235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5"/>
            <p:cNvSpPr/>
            <p:nvPr/>
          </p:nvSpPr>
          <p:spPr>
            <a:xfrm>
              <a:off x="2105821" y="3777870"/>
              <a:ext cx="1191914" cy="604873"/>
            </a:xfrm>
            <a:custGeom>
              <a:rect b="b" l="l" r="r" t="t"/>
              <a:pathLst>
                <a:path extrusionOk="0" h="6004" w="11831">
                  <a:moveTo>
                    <a:pt x="2061" y="0"/>
                  </a:moveTo>
                  <a:lnTo>
                    <a:pt x="1" y="6004"/>
                  </a:lnTo>
                  <a:lnTo>
                    <a:pt x="1" y="6004"/>
                  </a:lnTo>
                  <a:lnTo>
                    <a:pt x="9959" y="5870"/>
                  </a:lnTo>
                  <a:lnTo>
                    <a:pt x="11830" y="312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2046382" y="3756512"/>
              <a:ext cx="1271402" cy="670055"/>
            </a:xfrm>
            <a:custGeom>
              <a:rect b="b" l="l" r="r" t="t"/>
              <a:pathLst>
                <a:path extrusionOk="0" h="6651" w="12620">
                  <a:moveTo>
                    <a:pt x="2340" y="0"/>
                  </a:moveTo>
                  <a:cubicBezTo>
                    <a:pt x="2262" y="12"/>
                    <a:pt x="2195" y="56"/>
                    <a:pt x="2184" y="112"/>
                  </a:cubicBezTo>
                  <a:lnTo>
                    <a:pt x="34" y="6450"/>
                  </a:lnTo>
                  <a:cubicBezTo>
                    <a:pt x="0" y="6539"/>
                    <a:pt x="67" y="6617"/>
                    <a:pt x="179" y="6617"/>
                  </a:cubicBezTo>
                  <a:lnTo>
                    <a:pt x="10493" y="6650"/>
                  </a:lnTo>
                  <a:cubicBezTo>
                    <a:pt x="10582" y="6650"/>
                    <a:pt x="10660" y="6595"/>
                    <a:pt x="10672" y="6517"/>
                  </a:cubicBezTo>
                  <a:lnTo>
                    <a:pt x="12599" y="435"/>
                  </a:lnTo>
                  <a:cubicBezTo>
                    <a:pt x="12609" y="362"/>
                    <a:pt x="12619" y="232"/>
                    <a:pt x="12486" y="232"/>
                  </a:cubicBezTo>
                  <a:cubicBezTo>
                    <a:pt x="12476" y="232"/>
                    <a:pt x="12465" y="233"/>
                    <a:pt x="12454" y="234"/>
                  </a:cubicBezTo>
                  <a:lnTo>
                    <a:pt x="234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2046382" y="3910248"/>
              <a:ext cx="1181739" cy="516318"/>
            </a:xfrm>
            <a:custGeom>
              <a:rect b="b" l="l" r="r" t="t"/>
              <a:pathLst>
                <a:path extrusionOk="0" h="5125" w="11730">
                  <a:moveTo>
                    <a:pt x="1693" y="0"/>
                  </a:moveTo>
                  <a:lnTo>
                    <a:pt x="34" y="4924"/>
                  </a:lnTo>
                  <a:cubicBezTo>
                    <a:pt x="0" y="5013"/>
                    <a:pt x="67" y="5091"/>
                    <a:pt x="179" y="5091"/>
                  </a:cubicBezTo>
                  <a:lnTo>
                    <a:pt x="10493" y="5124"/>
                  </a:lnTo>
                  <a:cubicBezTo>
                    <a:pt x="10582" y="5124"/>
                    <a:pt x="10660" y="5069"/>
                    <a:pt x="10672" y="4991"/>
                  </a:cubicBezTo>
                  <a:lnTo>
                    <a:pt x="11730" y="1660"/>
                  </a:lnTo>
                  <a:lnTo>
                    <a:pt x="11730" y="1660"/>
                  </a:lnTo>
                  <a:cubicBezTo>
                    <a:pt x="10503" y="1944"/>
                    <a:pt x="9021" y="2296"/>
                    <a:pt x="7647" y="2296"/>
                  </a:cubicBezTo>
                  <a:cubicBezTo>
                    <a:pt x="7187" y="2296"/>
                    <a:pt x="6739" y="2257"/>
                    <a:pt x="6316" y="2161"/>
                  </a:cubicBezTo>
                  <a:cubicBezTo>
                    <a:pt x="4623" y="1783"/>
                    <a:pt x="3075" y="1215"/>
                    <a:pt x="1693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1599682" y="4435431"/>
              <a:ext cx="1530820" cy="73040"/>
            </a:xfrm>
            <a:custGeom>
              <a:rect b="b" l="l" r="r" t="t"/>
              <a:pathLst>
                <a:path extrusionOk="0" h="725" w="15195">
                  <a:moveTo>
                    <a:pt x="190" y="1"/>
                  </a:moveTo>
                  <a:cubicBezTo>
                    <a:pt x="90" y="1"/>
                    <a:pt x="1" y="101"/>
                    <a:pt x="1" y="223"/>
                  </a:cubicBezTo>
                  <a:lnTo>
                    <a:pt x="1" y="502"/>
                  </a:lnTo>
                  <a:cubicBezTo>
                    <a:pt x="1" y="624"/>
                    <a:pt x="90" y="725"/>
                    <a:pt x="190" y="725"/>
                  </a:cubicBezTo>
                  <a:lnTo>
                    <a:pt x="15016" y="725"/>
                  </a:lnTo>
                  <a:cubicBezTo>
                    <a:pt x="15117" y="725"/>
                    <a:pt x="15195" y="624"/>
                    <a:pt x="15195" y="502"/>
                  </a:cubicBezTo>
                  <a:lnTo>
                    <a:pt x="15195" y="223"/>
                  </a:lnTo>
                  <a:cubicBezTo>
                    <a:pt x="15195" y="101"/>
                    <a:pt x="15117" y="1"/>
                    <a:pt x="15016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1599682" y="4435431"/>
              <a:ext cx="506244" cy="73040"/>
            </a:xfrm>
            <a:custGeom>
              <a:rect b="b" l="l" r="r" t="t"/>
              <a:pathLst>
                <a:path extrusionOk="0" h="725" w="5025">
                  <a:moveTo>
                    <a:pt x="190" y="1"/>
                  </a:moveTo>
                  <a:cubicBezTo>
                    <a:pt x="90" y="1"/>
                    <a:pt x="1" y="101"/>
                    <a:pt x="1" y="223"/>
                  </a:cubicBezTo>
                  <a:lnTo>
                    <a:pt x="1" y="502"/>
                  </a:lnTo>
                  <a:cubicBezTo>
                    <a:pt x="1" y="624"/>
                    <a:pt x="90" y="725"/>
                    <a:pt x="190" y="725"/>
                  </a:cubicBezTo>
                  <a:lnTo>
                    <a:pt x="4880" y="725"/>
                  </a:lnTo>
                  <a:lnTo>
                    <a:pt x="5025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2675933" y="4038194"/>
              <a:ext cx="67398" cy="59540"/>
            </a:xfrm>
            <a:custGeom>
              <a:rect b="b" l="l" r="r" t="t"/>
              <a:pathLst>
                <a:path extrusionOk="0" h="591" w="669">
                  <a:moveTo>
                    <a:pt x="379" y="0"/>
                  </a:moveTo>
                  <a:cubicBezTo>
                    <a:pt x="212" y="0"/>
                    <a:pt x="67" y="123"/>
                    <a:pt x="34" y="268"/>
                  </a:cubicBezTo>
                  <a:cubicBezTo>
                    <a:pt x="0" y="412"/>
                    <a:pt x="78" y="546"/>
                    <a:pt x="212" y="580"/>
                  </a:cubicBezTo>
                  <a:cubicBezTo>
                    <a:pt x="237" y="587"/>
                    <a:pt x="263" y="590"/>
                    <a:pt x="288" y="590"/>
                  </a:cubicBezTo>
                  <a:cubicBezTo>
                    <a:pt x="422" y="590"/>
                    <a:pt x="555" y="497"/>
                    <a:pt x="602" y="357"/>
                  </a:cubicBezTo>
                  <a:cubicBezTo>
                    <a:pt x="669" y="179"/>
                    <a:pt x="557" y="11"/>
                    <a:pt x="379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1214839" y="4073556"/>
              <a:ext cx="198165" cy="376988"/>
            </a:xfrm>
            <a:custGeom>
              <a:rect b="b" l="l" r="r" t="t"/>
              <a:pathLst>
                <a:path extrusionOk="0" h="3742" w="1967">
                  <a:moveTo>
                    <a:pt x="972" y="1"/>
                  </a:moveTo>
                  <a:cubicBezTo>
                    <a:pt x="836" y="1"/>
                    <a:pt x="718" y="26"/>
                    <a:pt x="646" y="84"/>
                  </a:cubicBezTo>
                  <a:cubicBezTo>
                    <a:pt x="646" y="84"/>
                    <a:pt x="0" y="2534"/>
                    <a:pt x="101" y="3370"/>
                  </a:cubicBezTo>
                  <a:cubicBezTo>
                    <a:pt x="134" y="3648"/>
                    <a:pt x="244" y="3741"/>
                    <a:pt x="376" y="3741"/>
                  </a:cubicBezTo>
                  <a:cubicBezTo>
                    <a:pt x="640" y="3741"/>
                    <a:pt x="992" y="3370"/>
                    <a:pt x="992" y="3370"/>
                  </a:cubicBezTo>
                  <a:cubicBezTo>
                    <a:pt x="992" y="3370"/>
                    <a:pt x="1927" y="808"/>
                    <a:pt x="1950" y="474"/>
                  </a:cubicBezTo>
                  <a:cubicBezTo>
                    <a:pt x="1966" y="231"/>
                    <a:pt x="1385" y="1"/>
                    <a:pt x="97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1371899" y="3749762"/>
              <a:ext cx="272817" cy="422625"/>
            </a:xfrm>
            <a:custGeom>
              <a:rect b="b" l="l" r="r" t="t"/>
              <a:pathLst>
                <a:path extrusionOk="0" h="4195" w="2708">
                  <a:moveTo>
                    <a:pt x="1170" y="1"/>
                  </a:moveTo>
                  <a:cubicBezTo>
                    <a:pt x="1170" y="1"/>
                    <a:pt x="547" y="112"/>
                    <a:pt x="279" y="212"/>
                  </a:cubicBezTo>
                  <a:cubicBezTo>
                    <a:pt x="279" y="212"/>
                    <a:pt x="1" y="4122"/>
                    <a:pt x="168" y="4178"/>
                  </a:cubicBezTo>
                  <a:cubicBezTo>
                    <a:pt x="196" y="4189"/>
                    <a:pt x="249" y="4194"/>
                    <a:pt x="321" y="4194"/>
                  </a:cubicBezTo>
                  <a:cubicBezTo>
                    <a:pt x="678" y="4194"/>
                    <a:pt x="1486" y="4063"/>
                    <a:pt x="1783" y="3877"/>
                  </a:cubicBezTo>
                  <a:cubicBezTo>
                    <a:pt x="2151" y="3654"/>
                    <a:pt x="2708" y="1515"/>
                    <a:pt x="117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1169907" y="3709363"/>
              <a:ext cx="341223" cy="464737"/>
            </a:xfrm>
            <a:custGeom>
              <a:rect b="b" l="l" r="r" t="t"/>
              <a:pathLst>
                <a:path extrusionOk="0" h="4613" w="3387">
                  <a:moveTo>
                    <a:pt x="903" y="4066"/>
                  </a:moveTo>
                  <a:cubicBezTo>
                    <a:pt x="903" y="4066"/>
                    <a:pt x="1" y="3120"/>
                    <a:pt x="903" y="1560"/>
                  </a:cubicBezTo>
                  <a:cubicBezTo>
                    <a:pt x="1816" y="1"/>
                    <a:pt x="2830" y="591"/>
                    <a:pt x="3109" y="1660"/>
                  </a:cubicBezTo>
                  <a:cubicBezTo>
                    <a:pt x="3387" y="2730"/>
                    <a:pt x="2830" y="4501"/>
                    <a:pt x="2173" y="4579"/>
                  </a:cubicBezTo>
                  <a:cubicBezTo>
                    <a:pt x="1950" y="4612"/>
                    <a:pt x="1694" y="4534"/>
                    <a:pt x="1415" y="4400"/>
                  </a:cubicBezTo>
                  <a:cubicBezTo>
                    <a:pt x="1103" y="4256"/>
                    <a:pt x="903" y="4066"/>
                    <a:pt x="903" y="4066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1198015" y="3900174"/>
              <a:ext cx="271609" cy="255288"/>
            </a:xfrm>
            <a:custGeom>
              <a:rect b="b" l="l" r="r" t="t"/>
              <a:pathLst>
                <a:path extrusionOk="0" h="2534" w="2696">
                  <a:moveTo>
                    <a:pt x="646" y="0"/>
                  </a:moveTo>
                  <a:lnTo>
                    <a:pt x="646" y="0"/>
                  </a:lnTo>
                  <a:cubicBezTo>
                    <a:pt x="0" y="1292"/>
                    <a:pt x="735" y="2072"/>
                    <a:pt x="735" y="2072"/>
                  </a:cubicBezTo>
                  <a:cubicBezTo>
                    <a:pt x="735" y="2072"/>
                    <a:pt x="902" y="2228"/>
                    <a:pt x="1181" y="2362"/>
                  </a:cubicBezTo>
                  <a:cubicBezTo>
                    <a:pt x="1395" y="2469"/>
                    <a:pt x="1600" y="2533"/>
                    <a:pt x="1782" y="2533"/>
                  </a:cubicBezTo>
                  <a:cubicBezTo>
                    <a:pt x="1808" y="2533"/>
                    <a:pt x="1835" y="2532"/>
                    <a:pt x="1860" y="2529"/>
                  </a:cubicBezTo>
                  <a:cubicBezTo>
                    <a:pt x="2239" y="2473"/>
                    <a:pt x="2584" y="1771"/>
                    <a:pt x="2696" y="1036"/>
                  </a:cubicBezTo>
                  <a:lnTo>
                    <a:pt x="2685" y="1036"/>
                  </a:lnTo>
                  <a:cubicBezTo>
                    <a:pt x="2492" y="1182"/>
                    <a:pt x="2295" y="1246"/>
                    <a:pt x="2101" y="1246"/>
                  </a:cubicBezTo>
                  <a:cubicBezTo>
                    <a:pt x="1496" y="1246"/>
                    <a:pt x="924" y="633"/>
                    <a:pt x="646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1254129" y="4381533"/>
              <a:ext cx="535359" cy="125831"/>
            </a:xfrm>
            <a:custGeom>
              <a:rect b="b" l="l" r="r" t="t"/>
              <a:pathLst>
                <a:path extrusionOk="0" h="1249" w="5314">
                  <a:moveTo>
                    <a:pt x="980" y="1"/>
                  </a:moveTo>
                  <a:lnTo>
                    <a:pt x="0" y="1204"/>
                  </a:lnTo>
                  <a:lnTo>
                    <a:pt x="4846" y="1248"/>
                  </a:lnTo>
                  <a:cubicBezTo>
                    <a:pt x="4846" y="1248"/>
                    <a:pt x="5313" y="736"/>
                    <a:pt x="5035" y="691"/>
                  </a:cubicBezTo>
                  <a:cubicBezTo>
                    <a:pt x="4757" y="636"/>
                    <a:pt x="980" y="1"/>
                    <a:pt x="980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1190157" y="4325317"/>
              <a:ext cx="213176" cy="179225"/>
            </a:xfrm>
            <a:custGeom>
              <a:rect b="b" l="l" r="r" t="t"/>
              <a:pathLst>
                <a:path extrusionOk="0" h="1779" w="2116">
                  <a:moveTo>
                    <a:pt x="1015" y="0"/>
                  </a:moveTo>
                  <a:cubicBezTo>
                    <a:pt x="993" y="0"/>
                    <a:pt x="970" y="1"/>
                    <a:pt x="947" y="2"/>
                  </a:cubicBezTo>
                  <a:cubicBezTo>
                    <a:pt x="435" y="35"/>
                    <a:pt x="45" y="392"/>
                    <a:pt x="22" y="804"/>
                  </a:cubicBezTo>
                  <a:cubicBezTo>
                    <a:pt x="0" y="1227"/>
                    <a:pt x="346" y="1650"/>
                    <a:pt x="858" y="1751"/>
                  </a:cubicBezTo>
                  <a:cubicBezTo>
                    <a:pt x="946" y="1770"/>
                    <a:pt x="1034" y="1779"/>
                    <a:pt x="1120" y="1779"/>
                  </a:cubicBezTo>
                  <a:cubicBezTo>
                    <a:pt x="1640" y="1779"/>
                    <a:pt x="2085" y="1446"/>
                    <a:pt x="2094" y="949"/>
                  </a:cubicBezTo>
                  <a:cubicBezTo>
                    <a:pt x="2116" y="402"/>
                    <a:pt x="1591" y="0"/>
                    <a:pt x="1015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1172123" y="4322093"/>
              <a:ext cx="203303" cy="193128"/>
            </a:xfrm>
            <a:custGeom>
              <a:rect b="b" l="l" r="r" t="t"/>
              <a:pathLst>
                <a:path extrusionOk="0" h="1917" w="2018">
                  <a:moveTo>
                    <a:pt x="1995" y="981"/>
                  </a:moveTo>
                  <a:cubicBezTo>
                    <a:pt x="1984" y="1560"/>
                    <a:pt x="1405" y="1916"/>
                    <a:pt x="814" y="1783"/>
                  </a:cubicBezTo>
                  <a:cubicBezTo>
                    <a:pt x="324" y="1682"/>
                    <a:pt x="1" y="1259"/>
                    <a:pt x="23" y="836"/>
                  </a:cubicBezTo>
                  <a:cubicBezTo>
                    <a:pt x="46" y="424"/>
                    <a:pt x="413" y="67"/>
                    <a:pt x="903" y="34"/>
                  </a:cubicBezTo>
                  <a:cubicBezTo>
                    <a:pt x="1471" y="0"/>
                    <a:pt x="2017" y="413"/>
                    <a:pt x="1995" y="98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1179982" y="4359167"/>
              <a:ext cx="179729" cy="134696"/>
            </a:xfrm>
            <a:custGeom>
              <a:rect b="b" l="l" r="r" t="t"/>
              <a:pathLst>
                <a:path extrusionOk="0" h="1337" w="1784">
                  <a:moveTo>
                    <a:pt x="246" y="0"/>
                  </a:moveTo>
                  <a:cubicBezTo>
                    <a:pt x="123" y="134"/>
                    <a:pt x="34" y="290"/>
                    <a:pt x="23" y="468"/>
                  </a:cubicBezTo>
                  <a:cubicBezTo>
                    <a:pt x="1" y="847"/>
                    <a:pt x="302" y="1225"/>
                    <a:pt x="736" y="1314"/>
                  </a:cubicBezTo>
                  <a:cubicBezTo>
                    <a:pt x="808" y="1330"/>
                    <a:pt x="879" y="1337"/>
                    <a:pt x="948" y="1337"/>
                  </a:cubicBezTo>
                  <a:cubicBezTo>
                    <a:pt x="1388" y="1337"/>
                    <a:pt x="1764" y="1044"/>
                    <a:pt x="1783" y="602"/>
                  </a:cubicBezTo>
                  <a:cubicBezTo>
                    <a:pt x="1783" y="590"/>
                    <a:pt x="1783" y="590"/>
                    <a:pt x="1783" y="590"/>
                  </a:cubicBezTo>
                  <a:cubicBezTo>
                    <a:pt x="1630" y="664"/>
                    <a:pt x="1466" y="699"/>
                    <a:pt x="1303" y="699"/>
                  </a:cubicBezTo>
                  <a:cubicBezTo>
                    <a:pt x="919" y="699"/>
                    <a:pt x="539" y="504"/>
                    <a:pt x="313" y="145"/>
                  </a:cubicBezTo>
                  <a:cubicBezTo>
                    <a:pt x="279" y="100"/>
                    <a:pt x="257" y="56"/>
                    <a:pt x="246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1198015" y="4351208"/>
              <a:ext cx="139230" cy="125226"/>
            </a:xfrm>
            <a:custGeom>
              <a:rect b="b" l="l" r="r" t="t"/>
              <a:pathLst>
                <a:path extrusionOk="0" h="1243" w="1382">
                  <a:moveTo>
                    <a:pt x="635" y="124"/>
                  </a:moveTo>
                  <a:cubicBezTo>
                    <a:pt x="958" y="124"/>
                    <a:pt x="1237" y="358"/>
                    <a:pt x="1225" y="658"/>
                  </a:cubicBezTo>
                  <a:cubicBezTo>
                    <a:pt x="1216" y="915"/>
                    <a:pt x="978" y="1102"/>
                    <a:pt x="706" y="1102"/>
                  </a:cubicBezTo>
                  <a:cubicBezTo>
                    <a:pt x="672" y="1102"/>
                    <a:pt x="637" y="1099"/>
                    <a:pt x="602" y="1093"/>
                  </a:cubicBezTo>
                  <a:cubicBezTo>
                    <a:pt x="312" y="1048"/>
                    <a:pt x="112" y="814"/>
                    <a:pt x="123" y="569"/>
                  </a:cubicBezTo>
                  <a:cubicBezTo>
                    <a:pt x="123" y="469"/>
                    <a:pt x="167" y="380"/>
                    <a:pt x="234" y="302"/>
                  </a:cubicBezTo>
                  <a:cubicBezTo>
                    <a:pt x="334" y="190"/>
                    <a:pt x="479" y="124"/>
                    <a:pt x="635" y="124"/>
                  </a:cubicBezTo>
                  <a:close/>
                  <a:moveTo>
                    <a:pt x="668" y="1"/>
                  </a:moveTo>
                  <a:cubicBezTo>
                    <a:pt x="661" y="1"/>
                    <a:pt x="654" y="1"/>
                    <a:pt x="646" y="1"/>
                  </a:cubicBezTo>
                  <a:cubicBezTo>
                    <a:pt x="457" y="1"/>
                    <a:pt x="279" y="79"/>
                    <a:pt x="167" y="213"/>
                  </a:cubicBezTo>
                  <a:cubicBezTo>
                    <a:pt x="78" y="313"/>
                    <a:pt x="22" y="436"/>
                    <a:pt x="22" y="569"/>
                  </a:cubicBezTo>
                  <a:cubicBezTo>
                    <a:pt x="0" y="870"/>
                    <a:pt x="234" y="1160"/>
                    <a:pt x="579" y="1226"/>
                  </a:cubicBezTo>
                  <a:cubicBezTo>
                    <a:pt x="602" y="1226"/>
                    <a:pt x="613" y="1226"/>
                    <a:pt x="624" y="1238"/>
                  </a:cubicBezTo>
                  <a:cubicBezTo>
                    <a:pt x="654" y="1241"/>
                    <a:pt x="683" y="1243"/>
                    <a:pt x="712" y="1243"/>
                  </a:cubicBezTo>
                  <a:cubicBezTo>
                    <a:pt x="1063" y="1243"/>
                    <a:pt x="1349" y="998"/>
                    <a:pt x="1359" y="658"/>
                  </a:cubicBezTo>
                  <a:cubicBezTo>
                    <a:pt x="1381" y="287"/>
                    <a:pt x="1049" y="1"/>
                    <a:pt x="66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5"/>
            <p:cNvSpPr/>
            <p:nvPr/>
          </p:nvSpPr>
          <p:spPr>
            <a:xfrm>
              <a:off x="1258562" y="3836000"/>
              <a:ext cx="185270" cy="250553"/>
            </a:xfrm>
            <a:custGeom>
              <a:rect b="b" l="l" r="r" t="t"/>
              <a:pathLst>
                <a:path extrusionOk="0" h="2487" w="1839">
                  <a:moveTo>
                    <a:pt x="1126" y="147"/>
                  </a:moveTo>
                  <a:cubicBezTo>
                    <a:pt x="1248" y="158"/>
                    <a:pt x="1360" y="225"/>
                    <a:pt x="1449" y="336"/>
                  </a:cubicBezTo>
                  <a:cubicBezTo>
                    <a:pt x="1627" y="548"/>
                    <a:pt x="1694" y="893"/>
                    <a:pt x="1649" y="1261"/>
                  </a:cubicBezTo>
                  <a:cubicBezTo>
                    <a:pt x="1582" y="1874"/>
                    <a:pt x="1226" y="2341"/>
                    <a:pt x="847" y="2341"/>
                  </a:cubicBezTo>
                  <a:cubicBezTo>
                    <a:pt x="803" y="2341"/>
                    <a:pt x="769" y="2341"/>
                    <a:pt x="725" y="2330"/>
                  </a:cubicBezTo>
                  <a:cubicBezTo>
                    <a:pt x="357" y="2219"/>
                    <a:pt x="157" y="1617"/>
                    <a:pt x="301" y="1016"/>
                  </a:cubicBezTo>
                  <a:cubicBezTo>
                    <a:pt x="424" y="515"/>
                    <a:pt x="758" y="147"/>
                    <a:pt x="1081" y="147"/>
                  </a:cubicBezTo>
                  <a:close/>
                  <a:moveTo>
                    <a:pt x="1091" y="0"/>
                  </a:moveTo>
                  <a:cubicBezTo>
                    <a:pt x="695" y="0"/>
                    <a:pt x="307" y="414"/>
                    <a:pt x="168" y="983"/>
                  </a:cubicBezTo>
                  <a:cubicBezTo>
                    <a:pt x="1" y="1673"/>
                    <a:pt x="235" y="2330"/>
                    <a:pt x="691" y="2464"/>
                  </a:cubicBezTo>
                  <a:cubicBezTo>
                    <a:pt x="747" y="2475"/>
                    <a:pt x="792" y="2486"/>
                    <a:pt x="847" y="2486"/>
                  </a:cubicBezTo>
                  <a:cubicBezTo>
                    <a:pt x="1293" y="2486"/>
                    <a:pt x="1716" y="1952"/>
                    <a:pt x="1794" y="1283"/>
                  </a:cubicBezTo>
                  <a:cubicBezTo>
                    <a:pt x="1839" y="871"/>
                    <a:pt x="1761" y="492"/>
                    <a:pt x="1560" y="247"/>
                  </a:cubicBezTo>
                  <a:cubicBezTo>
                    <a:pt x="1449" y="103"/>
                    <a:pt x="1293" y="25"/>
                    <a:pt x="1137" y="2"/>
                  </a:cubicBezTo>
                  <a:cubicBezTo>
                    <a:pt x="1122" y="1"/>
                    <a:pt x="1106" y="0"/>
                    <a:pt x="109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5"/>
            <p:cNvSpPr/>
            <p:nvPr/>
          </p:nvSpPr>
          <p:spPr>
            <a:xfrm>
              <a:off x="1874714" y="4398357"/>
              <a:ext cx="175095" cy="46141"/>
            </a:xfrm>
            <a:custGeom>
              <a:rect b="b" l="l" r="r" t="t"/>
              <a:pathLst>
                <a:path extrusionOk="0" h="458" w="1738">
                  <a:moveTo>
                    <a:pt x="0" y="1"/>
                  </a:moveTo>
                  <a:cubicBezTo>
                    <a:pt x="0" y="1"/>
                    <a:pt x="1637" y="1"/>
                    <a:pt x="1693" y="179"/>
                  </a:cubicBezTo>
                  <a:cubicBezTo>
                    <a:pt x="1738" y="369"/>
                    <a:pt x="1281" y="458"/>
                    <a:pt x="100" y="42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1884788" y="4424248"/>
              <a:ext cx="184162" cy="53899"/>
            </a:xfrm>
            <a:custGeom>
              <a:rect b="b" l="l" r="r" t="t"/>
              <a:pathLst>
                <a:path extrusionOk="0" h="535" w="1828">
                  <a:moveTo>
                    <a:pt x="0" y="112"/>
                  </a:moveTo>
                  <a:cubicBezTo>
                    <a:pt x="0" y="112"/>
                    <a:pt x="1716" y="0"/>
                    <a:pt x="1771" y="223"/>
                  </a:cubicBezTo>
                  <a:cubicBezTo>
                    <a:pt x="1827" y="446"/>
                    <a:pt x="1404" y="535"/>
                    <a:pt x="11" y="5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1882572" y="4459005"/>
              <a:ext cx="184061" cy="56216"/>
            </a:xfrm>
            <a:custGeom>
              <a:rect b="b" l="l" r="r" t="t"/>
              <a:pathLst>
                <a:path extrusionOk="0" h="558" w="1827">
                  <a:moveTo>
                    <a:pt x="22" y="134"/>
                  </a:moveTo>
                  <a:cubicBezTo>
                    <a:pt x="22" y="134"/>
                    <a:pt x="1749" y="0"/>
                    <a:pt x="1793" y="223"/>
                  </a:cubicBezTo>
                  <a:cubicBezTo>
                    <a:pt x="1827" y="435"/>
                    <a:pt x="1392" y="557"/>
                    <a:pt x="0" y="45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1685013" y="4400170"/>
              <a:ext cx="217811" cy="114749"/>
            </a:xfrm>
            <a:custGeom>
              <a:rect b="b" l="l" r="r" t="t"/>
              <a:pathLst>
                <a:path extrusionOk="0" h="1139" w="2162">
                  <a:moveTo>
                    <a:pt x="1814" y="1"/>
                  </a:moveTo>
                  <a:cubicBezTo>
                    <a:pt x="1401" y="1"/>
                    <a:pt x="462" y="47"/>
                    <a:pt x="1" y="440"/>
                  </a:cubicBezTo>
                  <a:cubicBezTo>
                    <a:pt x="1" y="440"/>
                    <a:pt x="234" y="919"/>
                    <a:pt x="557" y="1075"/>
                  </a:cubicBezTo>
                  <a:cubicBezTo>
                    <a:pt x="646" y="1122"/>
                    <a:pt x="801" y="1139"/>
                    <a:pt x="978" y="1139"/>
                  </a:cubicBezTo>
                  <a:cubicBezTo>
                    <a:pt x="1427" y="1139"/>
                    <a:pt x="2017" y="1030"/>
                    <a:pt x="2017" y="1030"/>
                  </a:cubicBezTo>
                  <a:cubicBezTo>
                    <a:pt x="2017" y="1030"/>
                    <a:pt x="2162" y="27"/>
                    <a:pt x="2017" y="5"/>
                  </a:cubicBezTo>
                  <a:cubicBezTo>
                    <a:pt x="2017" y="5"/>
                    <a:pt x="1940" y="1"/>
                    <a:pt x="1814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5"/>
            <p:cNvSpPr/>
            <p:nvPr/>
          </p:nvSpPr>
          <p:spPr>
            <a:xfrm>
              <a:off x="1131725" y="4508370"/>
              <a:ext cx="2084112" cy="98831"/>
            </a:xfrm>
            <a:custGeom>
              <a:rect b="b" l="l" r="r" t="t"/>
              <a:pathLst>
                <a:path extrusionOk="0" h="981" w="20687">
                  <a:moveTo>
                    <a:pt x="1" y="1"/>
                  </a:moveTo>
                  <a:lnTo>
                    <a:pt x="1" y="981"/>
                  </a:lnTo>
                  <a:lnTo>
                    <a:pt x="20686" y="981"/>
                  </a:lnTo>
                  <a:lnTo>
                    <a:pt x="20686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5"/>
            <p:cNvSpPr/>
            <p:nvPr/>
          </p:nvSpPr>
          <p:spPr>
            <a:xfrm>
              <a:off x="1849931" y="3097742"/>
              <a:ext cx="144871" cy="67499"/>
            </a:xfrm>
            <a:custGeom>
              <a:rect b="b" l="l" r="r" t="t"/>
              <a:pathLst>
                <a:path extrusionOk="0" h="670" w="1438">
                  <a:moveTo>
                    <a:pt x="591" y="547"/>
                  </a:moveTo>
                  <a:cubicBezTo>
                    <a:pt x="1026" y="424"/>
                    <a:pt x="1438" y="569"/>
                    <a:pt x="1271" y="235"/>
                  </a:cubicBezTo>
                  <a:cubicBezTo>
                    <a:pt x="1271" y="235"/>
                    <a:pt x="1081" y="1"/>
                    <a:pt x="558" y="79"/>
                  </a:cubicBezTo>
                  <a:cubicBezTo>
                    <a:pt x="34" y="157"/>
                    <a:pt x="1" y="424"/>
                    <a:pt x="23" y="491"/>
                  </a:cubicBezTo>
                  <a:cubicBezTo>
                    <a:pt x="46" y="558"/>
                    <a:pt x="157" y="669"/>
                    <a:pt x="591" y="54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5"/>
            <p:cNvSpPr/>
            <p:nvPr/>
          </p:nvSpPr>
          <p:spPr>
            <a:xfrm>
              <a:off x="2077814" y="3089884"/>
              <a:ext cx="122405" cy="56216"/>
            </a:xfrm>
            <a:custGeom>
              <a:rect b="b" l="l" r="r" t="t"/>
              <a:pathLst>
                <a:path extrusionOk="0" h="558" w="1215">
                  <a:moveTo>
                    <a:pt x="724" y="413"/>
                  </a:moveTo>
                  <a:cubicBezTo>
                    <a:pt x="1114" y="458"/>
                    <a:pt x="1192" y="346"/>
                    <a:pt x="1203" y="279"/>
                  </a:cubicBezTo>
                  <a:cubicBezTo>
                    <a:pt x="1214" y="224"/>
                    <a:pt x="1159" y="1"/>
                    <a:pt x="691" y="1"/>
                  </a:cubicBezTo>
                  <a:cubicBezTo>
                    <a:pt x="223" y="12"/>
                    <a:pt x="89" y="235"/>
                    <a:pt x="89" y="235"/>
                  </a:cubicBezTo>
                  <a:cubicBezTo>
                    <a:pt x="0" y="558"/>
                    <a:pt x="334" y="368"/>
                    <a:pt x="724" y="41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5"/>
            <p:cNvSpPr/>
            <p:nvPr/>
          </p:nvSpPr>
          <p:spPr>
            <a:xfrm>
              <a:off x="1834316" y="3178539"/>
              <a:ext cx="181845" cy="104473"/>
            </a:xfrm>
            <a:custGeom>
              <a:rect b="b" l="l" r="r" t="t"/>
              <a:pathLst>
                <a:path extrusionOk="0" h="1037" w="1805">
                  <a:moveTo>
                    <a:pt x="1136" y="12"/>
                  </a:moveTo>
                  <a:cubicBezTo>
                    <a:pt x="457" y="1"/>
                    <a:pt x="123" y="647"/>
                    <a:pt x="123" y="647"/>
                  </a:cubicBezTo>
                  <a:cubicBezTo>
                    <a:pt x="0" y="825"/>
                    <a:pt x="501" y="1037"/>
                    <a:pt x="1136" y="937"/>
                  </a:cubicBezTo>
                  <a:cubicBezTo>
                    <a:pt x="1771" y="836"/>
                    <a:pt x="1805" y="34"/>
                    <a:pt x="1136" y="1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2094639" y="3157282"/>
              <a:ext cx="166129" cy="90973"/>
            </a:xfrm>
            <a:custGeom>
              <a:rect b="b" l="l" r="r" t="t"/>
              <a:pathLst>
                <a:path extrusionOk="0" h="903" w="1649">
                  <a:moveTo>
                    <a:pt x="1526" y="535"/>
                  </a:moveTo>
                  <a:cubicBezTo>
                    <a:pt x="1526" y="535"/>
                    <a:pt x="1170" y="0"/>
                    <a:pt x="580" y="78"/>
                  </a:cubicBezTo>
                  <a:cubicBezTo>
                    <a:pt x="0" y="167"/>
                    <a:pt x="112" y="858"/>
                    <a:pt x="680" y="880"/>
                  </a:cubicBezTo>
                  <a:cubicBezTo>
                    <a:pt x="1237" y="902"/>
                    <a:pt x="1649" y="680"/>
                    <a:pt x="1526" y="53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1928511" y="3299735"/>
              <a:ext cx="264959" cy="104473"/>
            </a:xfrm>
            <a:custGeom>
              <a:rect b="b" l="l" r="r" t="t"/>
              <a:pathLst>
                <a:path extrusionOk="0" h="1037" w="2630">
                  <a:moveTo>
                    <a:pt x="2518" y="12"/>
                  </a:moveTo>
                  <a:cubicBezTo>
                    <a:pt x="2451" y="1"/>
                    <a:pt x="2373" y="45"/>
                    <a:pt x="2362" y="112"/>
                  </a:cubicBezTo>
                  <a:cubicBezTo>
                    <a:pt x="2362" y="123"/>
                    <a:pt x="2229" y="658"/>
                    <a:pt x="1482" y="758"/>
                  </a:cubicBezTo>
                  <a:cubicBezTo>
                    <a:pt x="725" y="859"/>
                    <a:pt x="268" y="357"/>
                    <a:pt x="246" y="335"/>
                  </a:cubicBezTo>
                  <a:cubicBezTo>
                    <a:pt x="201" y="290"/>
                    <a:pt x="112" y="279"/>
                    <a:pt x="68" y="324"/>
                  </a:cubicBezTo>
                  <a:cubicBezTo>
                    <a:pt x="12" y="380"/>
                    <a:pt x="1" y="458"/>
                    <a:pt x="56" y="513"/>
                  </a:cubicBezTo>
                  <a:cubicBezTo>
                    <a:pt x="68" y="536"/>
                    <a:pt x="524" y="1037"/>
                    <a:pt x="1282" y="1037"/>
                  </a:cubicBezTo>
                  <a:cubicBezTo>
                    <a:pt x="1360" y="1037"/>
                    <a:pt x="1438" y="1026"/>
                    <a:pt x="1516" y="1014"/>
                  </a:cubicBezTo>
                  <a:cubicBezTo>
                    <a:pt x="2440" y="903"/>
                    <a:pt x="2607" y="201"/>
                    <a:pt x="2618" y="168"/>
                  </a:cubicBezTo>
                  <a:cubicBezTo>
                    <a:pt x="2630" y="101"/>
                    <a:pt x="2585" y="34"/>
                    <a:pt x="2518" y="1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5"/>
            <p:cNvSpPr/>
            <p:nvPr/>
          </p:nvSpPr>
          <p:spPr>
            <a:xfrm>
              <a:off x="1506594" y="3115775"/>
              <a:ext cx="150513" cy="198669"/>
            </a:xfrm>
            <a:custGeom>
              <a:rect b="b" l="l" r="r" t="t"/>
              <a:pathLst>
                <a:path extrusionOk="0" h="1972" w="1494">
                  <a:moveTo>
                    <a:pt x="1382" y="234"/>
                  </a:moveTo>
                  <a:lnTo>
                    <a:pt x="724" y="0"/>
                  </a:lnTo>
                  <a:lnTo>
                    <a:pt x="0" y="1704"/>
                  </a:lnTo>
                  <a:lnTo>
                    <a:pt x="747" y="1972"/>
                  </a:lnTo>
                  <a:cubicBezTo>
                    <a:pt x="747" y="1972"/>
                    <a:pt x="1493" y="1292"/>
                    <a:pt x="1382" y="23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5"/>
            <p:cNvSpPr/>
            <p:nvPr/>
          </p:nvSpPr>
          <p:spPr>
            <a:xfrm>
              <a:off x="1506594" y="3174106"/>
              <a:ext cx="131371" cy="140338"/>
            </a:xfrm>
            <a:custGeom>
              <a:rect b="b" l="l" r="r" t="t"/>
              <a:pathLst>
                <a:path extrusionOk="0" h="1393" w="1304">
                  <a:moveTo>
                    <a:pt x="1103" y="502"/>
                  </a:moveTo>
                  <a:cubicBezTo>
                    <a:pt x="736" y="502"/>
                    <a:pt x="535" y="268"/>
                    <a:pt x="479" y="0"/>
                  </a:cubicBezTo>
                  <a:lnTo>
                    <a:pt x="0" y="1125"/>
                  </a:lnTo>
                  <a:lnTo>
                    <a:pt x="747" y="1393"/>
                  </a:lnTo>
                  <a:cubicBezTo>
                    <a:pt x="747" y="1393"/>
                    <a:pt x="1125" y="1047"/>
                    <a:pt x="1304" y="468"/>
                  </a:cubicBezTo>
                  <a:cubicBezTo>
                    <a:pt x="1237" y="490"/>
                    <a:pt x="1170" y="502"/>
                    <a:pt x="1103" y="502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1470629" y="3103383"/>
              <a:ext cx="147188" cy="197561"/>
            </a:xfrm>
            <a:custGeom>
              <a:rect b="b" l="l" r="r" t="t"/>
              <a:pathLst>
                <a:path extrusionOk="0" h="1961" w="1461">
                  <a:moveTo>
                    <a:pt x="1271" y="1204"/>
                  </a:moveTo>
                  <a:cubicBezTo>
                    <a:pt x="1070" y="1671"/>
                    <a:pt x="680" y="1961"/>
                    <a:pt x="380" y="1838"/>
                  </a:cubicBezTo>
                  <a:cubicBezTo>
                    <a:pt x="79" y="1716"/>
                    <a:pt x="1" y="1237"/>
                    <a:pt x="190" y="758"/>
                  </a:cubicBezTo>
                  <a:cubicBezTo>
                    <a:pt x="380" y="290"/>
                    <a:pt x="781" y="1"/>
                    <a:pt x="1081" y="123"/>
                  </a:cubicBezTo>
                  <a:cubicBezTo>
                    <a:pt x="1371" y="246"/>
                    <a:pt x="1460" y="725"/>
                    <a:pt x="1271" y="120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>
              <a:off x="1490878" y="3137234"/>
              <a:ext cx="106689" cy="129860"/>
            </a:xfrm>
            <a:custGeom>
              <a:rect b="b" l="l" r="r" t="t"/>
              <a:pathLst>
                <a:path extrusionOk="0" h="1289" w="1059">
                  <a:moveTo>
                    <a:pt x="659" y="70"/>
                  </a:moveTo>
                  <a:cubicBezTo>
                    <a:pt x="693" y="70"/>
                    <a:pt x="726" y="75"/>
                    <a:pt x="758" y="88"/>
                  </a:cubicBezTo>
                  <a:cubicBezTo>
                    <a:pt x="947" y="166"/>
                    <a:pt x="1003" y="478"/>
                    <a:pt x="880" y="790"/>
                  </a:cubicBezTo>
                  <a:cubicBezTo>
                    <a:pt x="777" y="1052"/>
                    <a:pt x="572" y="1220"/>
                    <a:pt x="396" y="1220"/>
                  </a:cubicBezTo>
                  <a:cubicBezTo>
                    <a:pt x="363" y="1220"/>
                    <a:pt x="331" y="1214"/>
                    <a:pt x="301" y="1202"/>
                  </a:cubicBezTo>
                  <a:cubicBezTo>
                    <a:pt x="101" y="1124"/>
                    <a:pt x="45" y="812"/>
                    <a:pt x="179" y="500"/>
                  </a:cubicBezTo>
                  <a:cubicBezTo>
                    <a:pt x="282" y="237"/>
                    <a:pt x="480" y="70"/>
                    <a:pt x="659" y="70"/>
                  </a:cubicBezTo>
                  <a:close/>
                  <a:moveTo>
                    <a:pt x="677" y="1"/>
                  </a:moveTo>
                  <a:cubicBezTo>
                    <a:pt x="482" y="1"/>
                    <a:pt x="257" y="197"/>
                    <a:pt x="134" y="489"/>
                  </a:cubicBezTo>
                  <a:cubicBezTo>
                    <a:pt x="0" y="834"/>
                    <a:pt x="56" y="1179"/>
                    <a:pt x="279" y="1269"/>
                  </a:cubicBezTo>
                  <a:cubicBezTo>
                    <a:pt x="312" y="1282"/>
                    <a:pt x="346" y="1289"/>
                    <a:pt x="382" y="1289"/>
                  </a:cubicBezTo>
                  <a:cubicBezTo>
                    <a:pt x="577" y="1289"/>
                    <a:pt x="801" y="1093"/>
                    <a:pt x="914" y="801"/>
                  </a:cubicBezTo>
                  <a:cubicBezTo>
                    <a:pt x="1059" y="455"/>
                    <a:pt x="1003" y="110"/>
                    <a:pt x="780" y="21"/>
                  </a:cubicBezTo>
                  <a:cubicBezTo>
                    <a:pt x="747" y="7"/>
                    <a:pt x="713" y="1"/>
                    <a:pt x="67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 txBox="1"/>
          <p:nvPr>
            <p:ph type="title"/>
          </p:nvPr>
        </p:nvSpPr>
        <p:spPr>
          <a:xfrm>
            <a:off x="254400" y="201350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Preliminary Results</a:t>
            </a:r>
            <a:endParaRPr sz="2400"/>
          </a:p>
        </p:txBody>
      </p:sp>
      <p:pic>
        <p:nvPicPr>
          <p:cNvPr id="366" name="Google Shape;366;p36" title="Screenshot 2025-07-06 at 3.41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6450"/>
            <a:ext cx="4117353" cy="40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6" title="Floor 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7902" y="201350"/>
            <a:ext cx="2163249" cy="18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6" title="Floor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9300" y="201350"/>
            <a:ext cx="2163249" cy="1849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6" title="Floor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9453" y="2203675"/>
            <a:ext cx="3259521" cy="2787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Preliminary</a:t>
            </a:r>
            <a:r>
              <a:rPr lang="en" sz="2400"/>
              <a:t> Results</a:t>
            </a:r>
            <a:endParaRPr sz="2400"/>
          </a:p>
        </p:txBody>
      </p:sp>
      <p:pic>
        <p:nvPicPr>
          <p:cNvPr id="375" name="Google Shape;375;p37" title="Screenshot 2025-07-06 at 5.28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13000"/>
            <a:ext cx="4134476" cy="21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7" title="output.png"/>
          <p:cNvPicPr preferRelativeResize="0"/>
          <p:nvPr/>
        </p:nvPicPr>
        <p:blipFill rotWithShape="1">
          <a:blip r:embed="rId4">
            <a:alphaModFix/>
          </a:blip>
          <a:srcRect b="-57736" l="-77651" r="0" t="-19914"/>
          <a:stretch/>
        </p:blipFill>
        <p:spPr>
          <a:xfrm>
            <a:off x="386570" y="756800"/>
            <a:ext cx="862625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Next Steps and Current Challenges</a:t>
            </a:r>
            <a:endParaRPr sz="2400"/>
          </a:p>
        </p:txBody>
      </p:sp>
      <p:sp>
        <p:nvSpPr>
          <p:cNvPr id="382" name="Google Shape;382;p38"/>
          <p:cNvSpPr txBox="1"/>
          <p:nvPr>
            <p:ph idx="1" type="body"/>
          </p:nvPr>
        </p:nvSpPr>
        <p:spPr>
          <a:xfrm>
            <a:off x="713125" y="943750"/>
            <a:ext cx="7955400" cy="33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Further Collaboration with our mentors and Giselle (cyber)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Finalizing our dataset (with Luke) and knowledge graph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Quantum </a:t>
            </a:r>
            <a:r>
              <a:rPr lang="en"/>
              <a:t>opportunities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Implement a different model for task allocation comparison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Just keep making progress!</a:t>
            </a:r>
            <a:endParaRPr/>
          </a:p>
        </p:txBody>
      </p:sp>
      <p:grpSp>
        <p:nvGrpSpPr>
          <p:cNvPr id="383" name="Google Shape;383;p38"/>
          <p:cNvGrpSpPr/>
          <p:nvPr/>
        </p:nvGrpSpPr>
        <p:grpSpPr>
          <a:xfrm>
            <a:off x="6910776" y="943739"/>
            <a:ext cx="1672061" cy="3831039"/>
            <a:chOff x="1250353" y="1356307"/>
            <a:chExt cx="1479962" cy="3390900"/>
          </a:xfrm>
        </p:grpSpPr>
        <p:sp>
          <p:nvSpPr>
            <p:cNvPr id="384" name="Google Shape;384;p38"/>
            <p:cNvSpPr/>
            <p:nvPr/>
          </p:nvSpPr>
          <p:spPr>
            <a:xfrm>
              <a:off x="2150185" y="2498609"/>
              <a:ext cx="138995" cy="180078"/>
            </a:xfrm>
            <a:custGeom>
              <a:rect b="b" l="l" r="r" t="t"/>
              <a:pathLst>
                <a:path extrusionOk="0" h="2051" w="1583">
                  <a:moveTo>
                    <a:pt x="859" y="135"/>
                  </a:moveTo>
                  <a:cubicBezTo>
                    <a:pt x="458" y="1"/>
                    <a:pt x="57" y="235"/>
                    <a:pt x="23" y="680"/>
                  </a:cubicBezTo>
                  <a:cubicBezTo>
                    <a:pt x="1" y="870"/>
                    <a:pt x="34" y="1070"/>
                    <a:pt x="112" y="1260"/>
                  </a:cubicBezTo>
                  <a:cubicBezTo>
                    <a:pt x="190" y="1460"/>
                    <a:pt x="302" y="1627"/>
                    <a:pt x="435" y="1750"/>
                  </a:cubicBezTo>
                  <a:cubicBezTo>
                    <a:pt x="769" y="2051"/>
                    <a:pt x="1226" y="1950"/>
                    <a:pt x="1427" y="1583"/>
                  </a:cubicBezTo>
                  <a:cubicBezTo>
                    <a:pt x="1560" y="1327"/>
                    <a:pt x="1583" y="1026"/>
                    <a:pt x="1471" y="725"/>
                  </a:cubicBezTo>
                  <a:cubicBezTo>
                    <a:pt x="1349" y="435"/>
                    <a:pt x="1126" y="224"/>
                    <a:pt x="859" y="135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8"/>
            <p:cNvSpPr/>
            <p:nvPr/>
          </p:nvSpPr>
          <p:spPr>
            <a:xfrm>
              <a:off x="1491028" y="4398991"/>
              <a:ext cx="344371" cy="333640"/>
            </a:xfrm>
            <a:custGeom>
              <a:rect b="b" l="l" r="r" t="t"/>
              <a:pathLst>
                <a:path extrusionOk="0" h="3800" w="3922">
                  <a:moveTo>
                    <a:pt x="3297" y="0"/>
                  </a:moveTo>
                  <a:cubicBezTo>
                    <a:pt x="3297" y="0"/>
                    <a:pt x="2975" y="167"/>
                    <a:pt x="2551" y="167"/>
                  </a:cubicBezTo>
                  <a:cubicBezTo>
                    <a:pt x="2374" y="167"/>
                    <a:pt x="2179" y="138"/>
                    <a:pt x="1983" y="56"/>
                  </a:cubicBezTo>
                  <a:cubicBezTo>
                    <a:pt x="1983" y="56"/>
                    <a:pt x="1626" y="969"/>
                    <a:pt x="1292" y="1415"/>
                  </a:cubicBezTo>
                  <a:cubicBezTo>
                    <a:pt x="958" y="1849"/>
                    <a:pt x="0" y="2896"/>
                    <a:pt x="56" y="3297"/>
                  </a:cubicBezTo>
                  <a:cubicBezTo>
                    <a:pt x="103" y="3587"/>
                    <a:pt x="629" y="3800"/>
                    <a:pt x="1085" y="3800"/>
                  </a:cubicBezTo>
                  <a:cubicBezTo>
                    <a:pt x="1277" y="3800"/>
                    <a:pt x="1456" y="3762"/>
                    <a:pt x="1582" y="3676"/>
                  </a:cubicBezTo>
                  <a:cubicBezTo>
                    <a:pt x="2005" y="3386"/>
                    <a:pt x="2607" y="2618"/>
                    <a:pt x="2763" y="2473"/>
                  </a:cubicBezTo>
                  <a:cubicBezTo>
                    <a:pt x="2930" y="2339"/>
                    <a:pt x="3364" y="2150"/>
                    <a:pt x="3587" y="1805"/>
                  </a:cubicBezTo>
                  <a:cubicBezTo>
                    <a:pt x="3754" y="1537"/>
                    <a:pt x="3921" y="802"/>
                    <a:pt x="3297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8"/>
            <p:cNvSpPr/>
            <p:nvPr/>
          </p:nvSpPr>
          <p:spPr>
            <a:xfrm>
              <a:off x="1495857" y="4489954"/>
              <a:ext cx="325844" cy="257254"/>
            </a:xfrm>
            <a:custGeom>
              <a:rect b="b" l="l" r="r" t="t"/>
              <a:pathLst>
                <a:path extrusionOk="0" h="2930" w="3711">
                  <a:moveTo>
                    <a:pt x="3532" y="468"/>
                  </a:moveTo>
                  <a:cubicBezTo>
                    <a:pt x="3309" y="824"/>
                    <a:pt x="2875" y="1014"/>
                    <a:pt x="2708" y="1147"/>
                  </a:cubicBezTo>
                  <a:cubicBezTo>
                    <a:pt x="2552" y="1281"/>
                    <a:pt x="1950" y="2061"/>
                    <a:pt x="1527" y="2350"/>
                  </a:cubicBezTo>
                  <a:cubicBezTo>
                    <a:pt x="1137" y="2618"/>
                    <a:pt x="224" y="2417"/>
                    <a:pt x="34" y="2061"/>
                  </a:cubicBezTo>
                  <a:cubicBezTo>
                    <a:pt x="12" y="2139"/>
                    <a:pt x="1" y="2206"/>
                    <a:pt x="1" y="2261"/>
                  </a:cubicBezTo>
                  <a:cubicBezTo>
                    <a:pt x="68" y="2673"/>
                    <a:pt x="1104" y="2930"/>
                    <a:pt x="1527" y="2640"/>
                  </a:cubicBezTo>
                  <a:cubicBezTo>
                    <a:pt x="1950" y="2350"/>
                    <a:pt x="2552" y="1582"/>
                    <a:pt x="2708" y="1437"/>
                  </a:cubicBezTo>
                  <a:cubicBezTo>
                    <a:pt x="2875" y="1303"/>
                    <a:pt x="3309" y="1114"/>
                    <a:pt x="3532" y="769"/>
                  </a:cubicBezTo>
                  <a:cubicBezTo>
                    <a:pt x="3621" y="624"/>
                    <a:pt x="3710" y="345"/>
                    <a:pt x="3677" y="0"/>
                  </a:cubicBezTo>
                  <a:cubicBezTo>
                    <a:pt x="3654" y="201"/>
                    <a:pt x="3588" y="368"/>
                    <a:pt x="3532" y="468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8"/>
            <p:cNvSpPr/>
            <p:nvPr/>
          </p:nvSpPr>
          <p:spPr>
            <a:xfrm>
              <a:off x="1904944" y="4372563"/>
              <a:ext cx="432615" cy="224417"/>
            </a:xfrm>
            <a:custGeom>
              <a:rect b="b" l="l" r="r" t="t"/>
              <a:pathLst>
                <a:path extrusionOk="0" h="2556" w="4927">
                  <a:moveTo>
                    <a:pt x="2482" y="0"/>
                  </a:moveTo>
                  <a:cubicBezTo>
                    <a:pt x="2482" y="0"/>
                    <a:pt x="2294" y="207"/>
                    <a:pt x="1663" y="207"/>
                  </a:cubicBezTo>
                  <a:cubicBezTo>
                    <a:pt x="1466" y="207"/>
                    <a:pt x="1225" y="187"/>
                    <a:pt x="934" y="134"/>
                  </a:cubicBezTo>
                  <a:cubicBezTo>
                    <a:pt x="934" y="134"/>
                    <a:pt x="933" y="134"/>
                    <a:pt x="933" y="134"/>
                  </a:cubicBezTo>
                  <a:cubicBezTo>
                    <a:pt x="905" y="134"/>
                    <a:pt x="1" y="1650"/>
                    <a:pt x="778" y="2016"/>
                  </a:cubicBezTo>
                  <a:cubicBezTo>
                    <a:pt x="1021" y="2127"/>
                    <a:pt x="1168" y="2154"/>
                    <a:pt x="1290" y="2154"/>
                  </a:cubicBezTo>
                  <a:cubicBezTo>
                    <a:pt x="1410" y="2154"/>
                    <a:pt x="1505" y="2128"/>
                    <a:pt x="1642" y="2128"/>
                  </a:cubicBezTo>
                  <a:cubicBezTo>
                    <a:pt x="1776" y="2128"/>
                    <a:pt x="1950" y="2153"/>
                    <a:pt x="2226" y="2250"/>
                  </a:cubicBezTo>
                  <a:cubicBezTo>
                    <a:pt x="2672" y="2409"/>
                    <a:pt x="3403" y="2555"/>
                    <a:pt x="3990" y="2555"/>
                  </a:cubicBezTo>
                  <a:cubicBezTo>
                    <a:pt x="4516" y="2555"/>
                    <a:pt x="4926" y="2437"/>
                    <a:pt x="4910" y="2106"/>
                  </a:cubicBezTo>
                  <a:cubicBezTo>
                    <a:pt x="4888" y="1526"/>
                    <a:pt x="4320" y="1582"/>
                    <a:pt x="3952" y="1415"/>
                  </a:cubicBezTo>
                  <a:cubicBezTo>
                    <a:pt x="3585" y="1237"/>
                    <a:pt x="2928" y="947"/>
                    <a:pt x="2482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8"/>
            <p:cNvSpPr/>
            <p:nvPr/>
          </p:nvSpPr>
          <p:spPr>
            <a:xfrm>
              <a:off x="1943842" y="4489954"/>
              <a:ext cx="395210" cy="129154"/>
            </a:xfrm>
            <a:custGeom>
              <a:rect b="b" l="l" r="r" t="t"/>
              <a:pathLst>
                <a:path extrusionOk="0" h="1471" w="4501">
                  <a:moveTo>
                    <a:pt x="4456" y="646"/>
                  </a:moveTo>
                  <a:cubicBezTo>
                    <a:pt x="4278" y="1203"/>
                    <a:pt x="2574" y="958"/>
                    <a:pt x="1783" y="679"/>
                  </a:cubicBezTo>
                  <a:cubicBezTo>
                    <a:pt x="936" y="379"/>
                    <a:pt x="1048" y="769"/>
                    <a:pt x="335" y="434"/>
                  </a:cubicBezTo>
                  <a:cubicBezTo>
                    <a:pt x="145" y="345"/>
                    <a:pt x="56" y="189"/>
                    <a:pt x="34" y="0"/>
                  </a:cubicBezTo>
                  <a:cubicBezTo>
                    <a:pt x="1" y="290"/>
                    <a:pt x="67" y="546"/>
                    <a:pt x="335" y="679"/>
                  </a:cubicBezTo>
                  <a:cubicBezTo>
                    <a:pt x="1048" y="1003"/>
                    <a:pt x="936" y="613"/>
                    <a:pt x="1783" y="913"/>
                  </a:cubicBezTo>
                  <a:cubicBezTo>
                    <a:pt x="2629" y="1214"/>
                    <a:pt x="4501" y="1470"/>
                    <a:pt x="4467" y="769"/>
                  </a:cubicBezTo>
                  <a:cubicBezTo>
                    <a:pt x="4467" y="724"/>
                    <a:pt x="4456" y="691"/>
                    <a:pt x="4456" y="64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8"/>
            <p:cNvSpPr/>
            <p:nvPr/>
          </p:nvSpPr>
          <p:spPr>
            <a:xfrm>
              <a:off x="1519389" y="4409703"/>
              <a:ext cx="230839" cy="245577"/>
            </a:xfrm>
            <a:custGeom>
              <a:rect b="b" l="l" r="r" t="t"/>
              <a:pathLst>
                <a:path extrusionOk="0" h="2797" w="2629">
                  <a:moveTo>
                    <a:pt x="2596" y="1"/>
                  </a:moveTo>
                  <a:cubicBezTo>
                    <a:pt x="2529" y="12"/>
                    <a:pt x="2462" y="23"/>
                    <a:pt x="2395" y="34"/>
                  </a:cubicBezTo>
                  <a:cubicBezTo>
                    <a:pt x="2384" y="446"/>
                    <a:pt x="2339" y="1037"/>
                    <a:pt x="2295" y="1159"/>
                  </a:cubicBezTo>
                  <a:cubicBezTo>
                    <a:pt x="2217" y="1326"/>
                    <a:pt x="1114" y="2518"/>
                    <a:pt x="925" y="2574"/>
                  </a:cubicBezTo>
                  <a:cubicBezTo>
                    <a:pt x="546" y="2518"/>
                    <a:pt x="268" y="2440"/>
                    <a:pt x="123" y="2351"/>
                  </a:cubicBezTo>
                  <a:cubicBezTo>
                    <a:pt x="78" y="2418"/>
                    <a:pt x="34" y="2485"/>
                    <a:pt x="0" y="2540"/>
                  </a:cubicBezTo>
                  <a:cubicBezTo>
                    <a:pt x="223" y="2685"/>
                    <a:pt x="579" y="2763"/>
                    <a:pt x="902" y="2796"/>
                  </a:cubicBezTo>
                  <a:lnTo>
                    <a:pt x="914" y="2796"/>
                  </a:lnTo>
                  <a:cubicBezTo>
                    <a:pt x="1237" y="2796"/>
                    <a:pt x="2428" y="1404"/>
                    <a:pt x="2506" y="1248"/>
                  </a:cubicBezTo>
                  <a:cubicBezTo>
                    <a:pt x="2596" y="1048"/>
                    <a:pt x="2629" y="179"/>
                    <a:pt x="2629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8"/>
            <p:cNvSpPr/>
            <p:nvPr/>
          </p:nvSpPr>
          <p:spPr>
            <a:xfrm>
              <a:off x="2010311" y="4388191"/>
              <a:ext cx="291600" cy="169278"/>
            </a:xfrm>
            <a:custGeom>
              <a:rect b="b" l="l" r="r" t="t"/>
              <a:pathLst>
                <a:path extrusionOk="0" h="1928" w="3321">
                  <a:moveTo>
                    <a:pt x="57" y="1"/>
                  </a:moveTo>
                  <a:lnTo>
                    <a:pt x="1" y="56"/>
                  </a:lnTo>
                  <a:cubicBezTo>
                    <a:pt x="12" y="67"/>
                    <a:pt x="892" y="1025"/>
                    <a:pt x="1137" y="1315"/>
                  </a:cubicBezTo>
                  <a:cubicBezTo>
                    <a:pt x="1482" y="1716"/>
                    <a:pt x="2140" y="1928"/>
                    <a:pt x="2552" y="1928"/>
                  </a:cubicBezTo>
                  <a:cubicBezTo>
                    <a:pt x="2630" y="1928"/>
                    <a:pt x="2685" y="1916"/>
                    <a:pt x="2741" y="1905"/>
                  </a:cubicBezTo>
                  <a:cubicBezTo>
                    <a:pt x="2997" y="1850"/>
                    <a:pt x="3187" y="1660"/>
                    <a:pt x="3276" y="1493"/>
                  </a:cubicBezTo>
                  <a:cubicBezTo>
                    <a:pt x="3298" y="1471"/>
                    <a:pt x="3309" y="1437"/>
                    <a:pt x="3320" y="1415"/>
                  </a:cubicBezTo>
                  <a:cubicBezTo>
                    <a:pt x="3242" y="1382"/>
                    <a:pt x="3176" y="1371"/>
                    <a:pt x="3098" y="1348"/>
                  </a:cubicBezTo>
                  <a:cubicBezTo>
                    <a:pt x="3087" y="1360"/>
                    <a:pt x="3087" y="1371"/>
                    <a:pt x="3075" y="1382"/>
                  </a:cubicBezTo>
                  <a:cubicBezTo>
                    <a:pt x="2986" y="1527"/>
                    <a:pt x="2841" y="1649"/>
                    <a:pt x="2685" y="1683"/>
                  </a:cubicBezTo>
                  <a:cubicBezTo>
                    <a:pt x="2648" y="1692"/>
                    <a:pt x="2600" y="1697"/>
                    <a:pt x="2545" y="1697"/>
                  </a:cubicBezTo>
                  <a:cubicBezTo>
                    <a:pt x="2214" y="1697"/>
                    <a:pt x="1621" y="1522"/>
                    <a:pt x="1315" y="1159"/>
                  </a:cubicBezTo>
                  <a:cubicBezTo>
                    <a:pt x="1115" y="925"/>
                    <a:pt x="536" y="290"/>
                    <a:pt x="279" y="23"/>
                  </a:cubicBezTo>
                  <a:cubicBezTo>
                    <a:pt x="213" y="12"/>
                    <a:pt x="135" y="12"/>
                    <a:pt x="57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8"/>
            <p:cNvSpPr/>
            <p:nvPr/>
          </p:nvSpPr>
          <p:spPr>
            <a:xfrm>
              <a:off x="2049472" y="2103501"/>
              <a:ext cx="471513" cy="706263"/>
            </a:xfrm>
            <a:custGeom>
              <a:rect b="b" l="l" r="r" t="t"/>
              <a:pathLst>
                <a:path extrusionOk="0" h="8044" w="5370">
                  <a:moveTo>
                    <a:pt x="268" y="1"/>
                  </a:moveTo>
                  <a:cubicBezTo>
                    <a:pt x="268" y="1"/>
                    <a:pt x="1816" y="513"/>
                    <a:pt x="1939" y="1950"/>
                  </a:cubicBezTo>
                  <a:cubicBezTo>
                    <a:pt x="2050" y="3398"/>
                    <a:pt x="2084" y="5136"/>
                    <a:pt x="2150" y="5314"/>
                  </a:cubicBezTo>
                  <a:cubicBezTo>
                    <a:pt x="2228" y="5492"/>
                    <a:pt x="5180" y="7308"/>
                    <a:pt x="5370" y="7431"/>
                  </a:cubicBezTo>
                  <a:lnTo>
                    <a:pt x="4790" y="8043"/>
                  </a:lnTo>
                  <a:cubicBezTo>
                    <a:pt x="4790" y="8043"/>
                    <a:pt x="1337" y="6851"/>
                    <a:pt x="858" y="6239"/>
                  </a:cubicBezTo>
                  <a:cubicBezTo>
                    <a:pt x="390" y="5637"/>
                    <a:pt x="1" y="3465"/>
                    <a:pt x="268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8"/>
            <p:cNvSpPr/>
            <p:nvPr/>
          </p:nvSpPr>
          <p:spPr>
            <a:xfrm>
              <a:off x="2063170" y="2167069"/>
              <a:ext cx="421640" cy="629965"/>
            </a:xfrm>
            <a:custGeom>
              <a:rect b="b" l="l" r="r" t="t"/>
              <a:pathLst>
                <a:path extrusionOk="0" h="7175" w="4802">
                  <a:moveTo>
                    <a:pt x="145" y="1"/>
                  </a:moveTo>
                  <a:lnTo>
                    <a:pt x="145" y="1"/>
                  </a:lnTo>
                  <a:cubicBezTo>
                    <a:pt x="0" y="2997"/>
                    <a:pt x="435" y="4813"/>
                    <a:pt x="869" y="5381"/>
                  </a:cubicBezTo>
                  <a:cubicBezTo>
                    <a:pt x="1304" y="5949"/>
                    <a:pt x="4300" y="7018"/>
                    <a:pt x="4735" y="7174"/>
                  </a:cubicBezTo>
                  <a:lnTo>
                    <a:pt x="4801" y="7108"/>
                  </a:lnTo>
                  <a:cubicBezTo>
                    <a:pt x="4612" y="6974"/>
                    <a:pt x="1616" y="5214"/>
                    <a:pt x="1515" y="5047"/>
                  </a:cubicBezTo>
                  <a:cubicBezTo>
                    <a:pt x="1003" y="4189"/>
                    <a:pt x="1025" y="2696"/>
                    <a:pt x="903" y="1248"/>
                  </a:cubicBezTo>
                  <a:cubicBezTo>
                    <a:pt x="836" y="368"/>
                    <a:pt x="613" y="279"/>
                    <a:pt x="145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2102331" y="2538032"/>
              <a:ext cx="156556" cy="129944"/>
            </a:xfrm>
            <a:custGeom>
              <a:rect b="b" l="l" r="r" t="t"/>
              <a:pathLst>
                <a:path extrusionOk="0" h="1480" w="1783">
                  <a:moveTo>
                    <a:pt x="1417" y="1"/>
                  </a:moveTo>
                  <a:cubicBezTo>
                    <a:pt x="1067" y="1"/>
                    <a:pt x="21" y="519"/>
                    <a:pt x="11" y="710"/>
                  </a:cubicBezTo>
                  <a:cubicBezTo>
                    <a:pt x="0" y="933"/>
                    <a:pt x="178" y="1446"/>
                    <a:pt x="468" y="1479"/>
                  </a:cubicBezTo>
                  <a:cubicBezTo>
                    <a:pt x="468" y="1479"/>
                    <a:pt x="891" y="878"/>
                    <a:pt x="1782" y="554"/>
                  </a:cubicBezTo>
                  <a:cubicBezTo>
                    <a:pt x="1782" y="554"/>
                    <a:pt x="1649" y="120"/>
                    <a:pt x="1504" y="20"/>
                  </a:cubicBezTo>
                  <a:cubicBezTo>
                    <a:pt x="1484" y="7"/>
                    <a:pt x="1455" y="1"/>
                    <a:pt x="1417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8"/>
            <p:cNvSpPr/>
            <p:nvPr/>
          </p:nvSpPr>
          <p:spPr>
            <a:xfrm>
              <a:off x="2036740" y="2088838"/>
              <a:ext cx="207483" cy="263224"/>
            </a:xfrm>
            <a:custGeom>
              <a:rect b="b" l="l" r="r" t="t"/>
              <a:pathLst>
                <a:path extrusionOk="0" h="2998" w="2363">
                  <a:moveTo>
                    <a:pt x="2362" y="2306"/>
                  </a:moveTo>
                  <a:cubicBezTo>
                    <a:pt x="2362" y="2306"/>
                    <a:pt x="1805" y="2997"/>
                    <a:pt x="558" y="2875"/>
                  </a:cubicBezTo>
                  <a:cubicBezTo>
                    <a:pt x="558" y="2875"/>
                    <a:pt x="1" y="936"/>
                    <a:pt x="201" y="34"/>
                  </a:cubicBezTo>
                  <a:cubicBezTo>
                    <a:pt x="201" y="34"/>
                    <a:pt x="2073" y="1"/>
                    <a:pt x="2362" y="230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8"/>
            <p:cNvSpPr/>
            <p:nvPr/>
          </p:nvSpPr>
          <p:spPr>
            <a:xfrm>
              <a:off x="1638717" y="1741670"/>
              <a:ext cx="227942" cy="410816"/>
            </a:xfrm>
            <a:custGeom>
              <a:rect b="b" l="l" r="r" t="t"/>
              <a:pathLst>
                <a:path extrusionOk="0" h="4679" w="2596">
                  <a:moveTo>
                    <a:pt x="167" y="0"/>
                  </a:moveTo>
                  <a:lnTo>
                    <a:pt x="0" y="3442"/>
                  </a:lnTo>
                  <a:cubicBezTo>
                    <a:pt x="0" y="3442"/>
                    <a:pt x="1482" y="4679"/>
                    <a:pt x="2596" y="3442"/>
                  </a:cubicBezTo>
                  <a:lnTo>
                    <a:pt x="2139" y="79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8"/>
            <p:cNvSpPr/>
            <p:nvPr/>
          </p:nvSpPr>
          <p:spPr>
            <a:xfrm>
              <a:off x="1638717" y="1741670"/>
              <a:ext cx="211347" cy="316958"/>
            </a:xfrm>
            <a:custGeom>
              <a:rect b="b" l="l" r="r" t="t"/>
              <a:pathLst>
                <a:path extrusionOk="0" h="3610" w="2407">
                  <a:moveTo>
                    <a:pt x="167" y="0"/>
                  </a:moveTo>
                  <a:lnTo>
                    <a:pt x="0" y="3442"/>
                  </a:lnTo>
                  <a:cubicBezTo>
                    <a:pt x="0" y="3442"/>
                    <a:pt x="89" y="3520"/>
                    <a:pt x="234" y="3609"/>
                  </a:cubicBezTo>
                  <a:cubicBezTo>
                    <a:pt x="401" y="3208"/>
                    <a:pt x="680" y="2852"/>
                    <a:pt x="1058" y="2618"/>
                  </a:cubicBezTo>
                  <a:cubicBezTo>
                    <a:pt x="1406" y="2411"/>
                    <a:pt x="1793" y="2332"/>
                    <a:pt x="2186" y="2332"/>
                  </a:cubicBezTo>
                  <a:cubicBezTo>
                    <a:pt x="2259" y="2332"/>
                    <a:pt x="2333" y="2334"/>
                    <a:pt x="2406" y="2340"/>
                  </a:cubicBezTo>
                  <a:lnTo>
                    <a:pt x="2139" y="791"/>
                  </a:lnTo>
                  <a:lnTo>
                    <a:pt x="167" y="0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8"/>
            <p:cNvSpPr/>
            <p:nvPr/>
          </p:nvSpPr>
          <p:spPr>
            <a:xfrm>
              <a:off x="1459681" y="1356307"/>
              <a:ext cx="553698" cy="578075"/>
            </a:xfrm>
            <a:custGeom>
              <a:rect b="b" l="l" r="r" t="t"/>
              <a:pathLst>
                <a:path extrusionOk="0" h="6584" w="6306">
                  <a:moveTo>
                    <a:pt x="2362" y="4935"/>
                  </a:moveTo>
                  <a:cubicBezTo>
                    <a:pt x="2362" y="4935"/>
                    <a:pt x="1716" y="5258"/>
                    <a:pt x="1193" y="4724"/>
                  </a:cubicBezTo>
                  <a:cubicBezTo>
                    <a:pt x="669" y="4178"/>
                    <a:pt x="1" y="2384"/>
                    <a:pt x="1504" y="1014"/>
                  </a:cubicBezTo>
                  <a:cubicBezTo>
                    <a:pt x="1504" y="1014"/>
                    <a:pt x="3142" y="1"/>
                    <a:pt x="4701" y="1204"/>
                  </a:cubicBezTo>
                  <a:cubicBezTo>
                    <a:pt x="6250" y="2407"/>
                    <a:pt x="6305" y="6383"/>
                    <a:pt x="5670" y="6483"/>
                  </a:cubicBezTo>
                  <a:cubicBezTo>
                    <a:pt x="5102" y="6584"/>
                    <a:pt x="3565" y="6394"/>
                    <a:pt x="3097" y="6038"/>
                  </a:cubicBezTo>
                  <a:cubicBezTo>
                    <a:pt x="2630" y="5670"/>
                    <a:pt x="2440" y="5303"/>
                    <a:pt x="2362" y="493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8"/>
            <p:cNvSpPr/>
            <p:nvPr/>
          </p:nvSpPr>
          <p:spPr>
            <a:xfrm>
              <a:off x="1736533" y="1411096"/>
              <a:ext cx="181932" cy="275868"/>
            </a:xfrm>
            <a:custGeom>
              <a:rect b="b" l="l" r="r" t="t"/>
              <a:pathLst>
                <a:path extrusionOk="0" h="3142" w="2072">
                  <a:moveTo>
                    <a:pt x="0" y="0"/>
                  </a:moveTo>
                  <a:cubicBezTo>
                    <a:pt x="267" y="167"/>
                    <a:pt x="590" y="335"/>
                    <a:pt x="969" y="814"/>
                  </a:cubicBezTo>
                  <a:cubicBezTo>
                    <a:pt x="1314" y="1248"/>
                    <a:pt x="1671" y="1894"/>
                    <a:pt x="1949" y="3142"/>
                  </a:cubicBezTo>
                  <a:lnTo>
                    <a:pt x="2072" y="3142"/>
                  </a:lnTo>
                  <a:cubicBezTo>
                    <a:pt x="1660" y="1025"/>
                    <a:pt x="835" y="379"/>
                    <a:pt x="189" y="12"/>
                  </a:cubicBezTo>
                  <a:cubicBezTo>
                    <a:pt x="123" y="0"/>
                    <a:pt x="67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8"/>
            <p:cNvSpPr/>
            <p:nvPr/>
          </p:nvSpPr>
          <p:spPr>
            <a:xfrm>
              <a:off x="1481194" y="1477825"/>
              <a:ext cx="490128" cy="450151"/>
            </a:xfrm>
            <a:custGeom>
              <a:rect b="b" l="l" r="r" t="t"/>
              <a:pathLst>
                <a:path extrusionOk="0" h="5127" w="5582">
                  <a:moveTo>
                    <a:pt x="1366" y="0"/>
                  </a:moveTo>
                  <a:cubicBezTo>
                    <a:pt x="1069" y="0"/>
                    <a:pt x="773" y="152"/>
                    <a:pt x="625" y="443"/>
                  </a:cubicBezTo>
                  <a:cubicBezTo>
                    <a:pt x="1" y="1635"/>
                    <a:pt x="513" y="2894"/>
                    <a:pt x="936" y="3340"/>
                  </a:cubicBezTo>
                  <a:cubicBezTo>
                    <a:pt x="1174" y="3582"/>
                    <a:pt x="1436" y="3648"/>
                    <a:pt x="1652" y="3648"/>
                  </a:cubicBezTo>
                  <a:cubicBezTo>
                    <a:pt x="1913" y="3648"/>
                    <a:pt x="2106" y="3551"/>
                    <a:pt x="2106" y="3551"/>
                  </a:cubicBezTo>
                  <a:cubicBezTo>
                    <a:pt x="2184" y="3919"/>
                    <a:pt x="2373" y="4286"/>
                    <a:pt x="2841" y="4654"/>
                  </a:cubicBezTo>
                  <a:cubicBezTo>
                    <a:pt x="3225" y="4946"/>
                    <a:pt x="4328" y="5126"/>
                    <a:pt x="5025" y="5126"/>
                  </a:cubicBezTo>
                  <a:cubicBezTo>
                    <a:pt x="5179" y="5126"/>
                    <a:pt x="5312" y="5118"/>
                    <a:pt x="5414" y="5099"/>
                  </a:cubicBezTo>
                  <a:cubicBezTo>
                    <a:pt x="5481" y="5088"/>
                    <a:pt x="5537" y="5044"/>
                    <a:pt x="5581" y="4966"/>
                  </a:cubicBezTo>
                  <a:lnTo>
                    <a:pt x="5581" y="4966"/>
                  </a:lnTo>
                  <a:cubicBezTo>
                    <a:pt x="5534" y="4968"/>
                    <a:pt x="5488" y="4970"/>
                    <a:pt x="5443" y="4970"/>
                  </a:cubicBezTo>
                  <a:cubicBezTo>
                    <a:pt x="4912" y="4970"/>
                    <a:pt x="4516" y="4797"/>
                    <a:pt x="4167" y="4643"/>
                  </a:cubicBezTo>
                  <a:cubicBezTo>
                    <a:pt x="3565" y="4387"/>
                    <a:pt x="2953" y="3696"/>
                    <a:pt x="2730" y="3150"/>
                  </a:cubicBezTo>
                  <a:cubicBezTo>
                    <a:pt x="2474" y="2504"/>
                    <a:pt x="2696" y="1880"/>
                    <a:pt x="2496" y="1167"/>
                  </a:cubicBezTo>
                  <a:cubicBezTo>
                    <a:pt x="2396" y="778"/>
                    <a:pt x="2206" y="488"/>
                    <a:pt x="1961" y="243"/>
                  </a:cubicBezTo>
                  <a:cubicBezTo>
                    <a:pt x="1798" y="79"/>
                    <a:pt x="1581" y="0"/>
                    <a:pt x="1366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8"/>
            <p:cNvSpPr/>
            <p:nvPr/>
          </p:nvSpPr>
          <p:spPr>
            <a:xfrm>
              <a:off x="1513506" y="1614445"/>
              <a:ext cx="168322" cy="210457"/>
            </a:xfrm>
            <a:custGeom>
              <a:rect b="b" l="l" r="r" t="t"/>
              <a:pathLst>
                <a:path extrusionOk="0" h="2397" w="1917">
                  <a:moveTo>
                    <a:pt x="766" y="1"/>
                  </a:moveTo>
                  <a:cubicBezTo>
                    <a:pt x="661" y="1"/>
                    <a:pt x="583" y="21"/>
                    <a:pt x="468" y="57"/>
                  </a:cubicBezTo>
                  <a:cubicBezTo>
                    <a:pt x="190" y="135"/>
                    <a:pt x="0" y="480"/>
                    <a:pt x="67" y="803"/>
                  </a:cubicBezTo>
                  <a:cubicBezTo>
                    <a:pt x="179" y="1238"/>
                    <a:pt x="379" y="1583"/>
                    <a:pt x="568" y="1784"/>
                  </a:cubicBezTo>
                  <a:cubicBezTo>
                    <a:pt x="806" y="2026"/>
                    <a:pt x="1068" y="2092"/>
                    <a:pt x="1284" y="2092"/>
                  </a:cubicBezTo>
                  <a:cubicBezTo>
                    <a:pt x="1545" y="2092"/>
                    <a:pt x="1738" y="1995"/>
                    <a:pt x="1738" y="1995"/>
                  </a:cubicBezTo>
                  <a:cubicBezTo>
                    <a:pt x="1760" y="2129"/>
                    <a:pt x="1805" y="2263"/>
                    <a:pt x="1872" y="2396"/>
                  </a:cubicBezTo>
                  <a:cubicBezTo>
                    <a:pt x="1861" y="2296"/>
                    <a:pt x="1872" y="2185"/>
                    <a:pt x="1916" y="2073"/>
                  </a:cubicBezTo>
                  <a:cubicBezTo>
                    <a:pt x="1872" y="1928"/>
                    <a:pt x="1827" y="1772"/>
                    <a:pt x="1794" y="1605"/>
                  </a:cubicBezTo>
                  <a:cubicBezTo>
                    <a:pt x="1716" y="1282"/>
                    <a:pt x="1538" y="970"/>
                    <a:pt x="1415" y="658"/>
                  </a:cubicBezTo>
                  <a:lnTo>
                    <a:pt x="1292" y="658"/>
                  </a:lnTo>
                  <a:cubicBezTo>
                    <a:pt x="1059" y="636"/>
                    <a:pt x="1359" y="79"/>
                    <a:pt x="1125" y="46"/>
                  </a:cubicBezTo>
                  <a:cubicBezTo>
                    <a:pt x="962" y="15"/>
                    <a:pt x="855" y="1"/>
                    <a:pt x="766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8"/>
            <p:cNvSpPr/>
            <p:nvPr/>
          </p:nvSpPr>
          <p:spPr>
            <a:xfrm>
              <a:off x="1612288" y="1618396"/>
              <a:ext cx="262186" cy="307212"/>
            </a:xfrm>
            <a:custGeom>
              <a:rect b="b" l="l" r="r" t="t"/>
              <a:pathLst>
                <a:path extrusionOk="0" h="3499" w="2986">
                  <a:moveTo>
                    <a:pt x="0" y="1"/>
                  </a:moveTo>
                  <a:cubicBezTo>
                    <a:pt x="101" y="190"/>
                    <a:pt x="201" y="613"/>
                    <a:pt x="290" y="825"/>
                  </a:cubicBezTo>
                  <a:cubicBezTo>
                    <a:pt x="446" y="1204"/>
                    <a:pt x="502" y="1583"/>
                    <a:pt x="591" y="1961"/>
                  </a:cubicBezTo>
                  <a:cubicBezTo>
                    <a:pt x="602" y="1950"/>
                    <a:pt x="613" y="1950"/>
                    <a:pt x="613" y="1950"/>
                  </a:cubicBezTo>
                  <a:cubicBezTo>
                    <a:pt x="691" y="2318"/>
                    <a:pt x="880" y="2685"/>
                    <a:pt x="1348" y="3053"/>
                  </a:cubicBezTo>
                  <a:cubicBezTo>
                    <a:pt x="1638" y="3276"/>
                    <a:pt x="2362" y="3432"/>
                    <a:pt x="2986" y="3498"/>
                  </a:cubicBezTo>
                  <a:cubicBezTo>
                    <a:pt x="2228" y="3398"/>
                    <a:pt x="1671" y="3031"/>
                    <a:pt x="1370" y="2730"/>
                  </a:cubicBezTo>
                  <a:cubicBezTo>
                    <a:pt x="914" y="2284"/>
                    <a:pt x="825" y="1594"/>
                    <a:pt x="669" y="1003"/>
                  </a:cubicBezTo>
                  <a:cubicBezTo>
                    <a:pt x="513" y="435"/>
                    <a:pt x="290" y="11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8"/>
            <p:cNvSpPr/>
            <p:nvPr/>
          </p:nvSpPr>
          <p:spPr>
            <a:xfrm>
              <a:off x="1606405" y="3623350"/>
              <a:ext cx="240674" cy="806004"/>
            </a:xfrm>
            <a:custGeom>
              <a:rect b="b" l="l" r="r" t="t"/>
              <a:pathLst>
                <a:path extrusionOk="0" h="9180" w="2741">
                  <a:moveTo>
                    <a:pt x="1994" y="1"/>
                  </a:moveTo>
                  <a:lnTo>
                    <a:pt x="201" y="90"/>
                  </a:lnTo>
                  <a:cubicBezTo>
                    <a:pt x="201" y="90"/>
                    <a:pt x="123" y="1816"/>
                    <a:pt x="56" y="2485"/>
                  </a:cubicBezTo>
                  <a:cubicBezTo>
                    <a:pt x="1" y="3153"/>
                    <a:pt x="223" y="4646"/>
                    <a:pt x="357" y="5559"/>
                  </a:cubicBezTo>
                  <a:cubicBezTo>
                    <a:pt x="480" y="6473"/>
                    <a:pt x="624" y="8968"/>
                    <a:pt x="624" y="8968"/>
                  </a:cubicBezTo>
                  <a:cubicBezTo>
                    <a:pt x="624" y="8968"/>
                    <a:pt x="1527" y="9179"/>
                    <a:pt x="1994" y="8845"/>
                  </a:cubicBezTo>
                  <a:cubicBezTo>
                    <a:pt x="1994" y="8845"/>
                    <a:pt x="2139" y="6417"/>
                    <a:pt x="2273" y="5325"/>
                  </a:cubicBezTo>
                  <a:cubicBezTo>
                    <a:pt x="2407" y="4234"/>
                    <a:pt x="2741" y="2385"/>
                    <a:pt x="2529" y="1772"/>
                  </a:cubicBezTo>
                  <a:cubicBezTo>
                    <a:pt x="2329" y="1159"/>
                    <a:pt x="1994" y="1"/>
                    <a:pt x="1994" y="1"/>
                  </a:cubicBezTo>
                  <a:close/>
                </a:path>
              </a:pathLst>
            </a:custGeom>
            <a:solidFill>
              <a:srgbClr val="C6C4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8"/>
            <p:cNvSpPr/>
            <p:nvPr/>
          </p:nvSpPr>
          <p:spPr>
            <a:xfrm>
              <a:off x="1606405" y="3623350"/>
              <a:ext cx="240674" cy="806004"/>
            </a:xfrm>
            <a:custGeom>
              <a:rect b="b" l="l" r="r" t="t"/>
              <a:pathLst>
                <a:path extrusionOk="0" h="9180" w="2741">
                  <a:moveTo>
                    <a:pt x="1994" y="1"/>
                  </a:moveTo>
                  <a:lnTo>
                    <a:pt x="201" y="90"/>
                  </a:lnTo>
                  <a:cubicBezTo>
                    <a:pt x="201" y="90"/>
                    <a:pt x="123" y="1816"/>
                    <a:pt x="56" y="2485"/>
                  </a:cubicBezTo>
                  <a:cubicBezTo>
                    <a:pt x="1" y="3153"/>
                    <a:pt x="223" y="4646"/>
                    <a:pt x="357" y="5559"/>
                  </a:cubicBezTo>
                  <a:cubicBezTo>
                    <a:pt x="480" y="6473"/>
                    <a:pt x="624" y="8968"/>
                    <a:pt x="624" y="8968"/>
                  </a:cubicBezTo>
                  <a:cubicBezTo>
                    <a:pt x="624" y="8968"/>
                    <a:pt x="1527" y="9179"/>
                    <a:pt x="1994" y="8845"/>
                  </a:cubicBezTo>
                  <a:cubicBezTo>
                    <a:pt x="1994" y="8845"/>
                    <a:pt x="2139" y="6417"/>
                    <a:pt x="2273" y="5325"/>
                  </a:cubicBezTo>
                  <a:cubicBezTo>
                    <a:pt x="2407" y="4234"/>
                    <a:pt x="2741" y="2385"/>
                    <a:pt x="2529" y="1772"/>
                  </a:cubicBezTo>
                  <a:cubicBezTo>
                    <a:pt x="2329" y="1159"/>
                    <a:pt x="1994" y="1"/>
                    <a:pt x="1994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8"/>
            <p:cNvSpPr/>
            <p:nvPr/>
          </p:nvSpPr>
          <p:spPr>
            <a:xfrm>
              <a:off x="1677791" y="3627301"/>
              <a:ext cx="26517" cy="789322"/>
            </a:xfrm>
            <a:custGeom>
              <a:rect b="b" l="l" r="r" t="t"/>
              <a:pathLst>
                <a:path extrusionOk="0" h="8990" w="302">
                  <a:moveTo>
                    <a:pt x="212" y="0"/>
                  </a:moveTo>
                  <a:lnTo>
                    <a:pt x="56" y="12"/>
                  </a:lnTo>
                  <a:cubicBezTo>
                    <a:pt x="56" y="323"/>
                    <a:pt x="101" y="2072"/>
                    <a:pt x="45" y="2941"/>
                  </a:cubicBezTo>
                  <a:cubicBezTo>
                    <a:pt x="1" y="3810"/>
                    <a:pt x="56" y="7341"/>
                    <a:pt x="134" y="8978"/>
                  </a:cubicBezTo>
                  <a:cubicBezTo>
                    <a:pt x="190" y="8978"/>
                    <a:pt x="246" y="8978"/>
                    <a:pt x="301" y="8990"/>
                  </a:cubicBezTo>
                  <a:cubicBezTo>
                    <a:pt x="212" y="7374"/>
                    <a:pt x="157" y="3821"/>
                    <a:pt x="212" y="2952"/>
                  </a:cubicBezTo>
                  <a:cubicBezTo>
                    <a:pt x="268" y="2072"/>
                    <a:pt x="223" y="312"/>
                    <a:pt x="212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8"/>
            <p:cNvSpPr/>
            <p:nvPr/>
          </p:nvSpPr>
          <p:spPr>
            <a:xfrm>
              <a:off x="1759977" y="4071315"/>
              <a:ext cx="48029" cy="335572"/>
            </a:xfrm>
            <a:custGeom>
              <a:rect b="b" l="l" r="r" t="t"/>
              <a:pathLst>
                <a:path extrusionOk="0" h="3822" w="547">
                  <a:moveTo>
                    <a:pt x="546" y="1"/>
                  </a:moveTo>
                  <a:cubicBezTo>
                    <a:pt x="0" y="346"/>
                    <a:pt x="101" y="1181"/>
                    <a:pt x="90" y="1760"/>
                  </a:cubicBezTo>
                  <a:cubicBezTo>
                    <a:pt x="78" y="2451"/>
                    <a:pt x="145" y="3142"/>
                    <a:pt x="101" y="3821"/>
                  </a:cubicBezTo>
                  <a:cubicBezTo>
                    <a:pt x="156" y="3799"/>
                    <a:pt x="201" y="3765"/>
                    <a:pt x="245" y="3743"/>
                  </a:cubicBezTo>
                  <a:cubicBezTo>
                    <a:pt x="245" y="3743"/>
                    <a:pt x="390" y="1315"/>
                    <a:pt x="524" y="223"/>
                  </a:cubicBezTo>
                  <a:cubicBezTo>
                    <a:pt x="535" y="145"/>
                    <a:pt x="535" y="78"/>
                    <a:pt x="546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8"/>
            <p:cNvSpPr/>
            <p:nvPr/>
          </p:nvSpPr>
          <p:spPr>
            <a:xfrm>
              <a:off x="1939890" y="3616501"/>
              <a:ext cx="214332" cy="790376"/>
            </a:xfrm>
            <a:custGeom>
              <a:rect b="b" l="l" r="r" t="t"/>
              <a:pathLst>
                <a:path extrusionOk="0" h="9002" w="2441">
                  <a:moveTo>
                    <a:pt x="725" y="1"/>
                  </a:moveTo>
                  <a:lnTo>
                    <a:pt x="2296" y="1"/>
                  </a:lnTo>
                  <a:cubicBezTo>
                    <a:pt x="2296" y="1"/>
                    <a:pt x="2440" y="1661"/>
                    <a:pt x="2396" y="2507"/>
                  </a:cubicBezTo>
                  <a:cubicBezTo>
                    <a:pt x="2351" y="3354"/>
                    <a:pt x="2084" y="7765"/>
                    <a:pt x="2095" y="8645"/>
                  </a:cubicBezTo>
                  <a:cubicBezTo>
                    <a:pt x="2095" y="8645"/>
                    <a:pt x="1282" y="9001"/>
                    <a:pt x="525" y="8756"/>
                  </a:cubicBezTo>
                  <a:cubicBezTo>
                    <a:pt x="525" y="8756"/>
                    <a:pt x="469" y="6205"/>
                    <a:pt x="335" y="4947"/>
                  </a:cubicBezTo>
                  <a:cubicBezTo>
                    <a:pt x="201" y="3699"/>
                    <a:pt x="1" y="1995"/>
                    <a:pt x="146" y="1416"/>
                  </a:cubicBezTo>
                  <a:cubicBezTo>
                    <a:pt x="291" y="836"/>
                    <a:pt x="725" y="1"/>
                    <a:pt x="725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2092497" y="3616501"/>
              <a:ext cx="52946" cy="768865"/>
            </a:xfrm>
            <a:custGeom>
              <a:rect b="b" l="l" r="r" t="t"/>
              <a:pathLst>
                <a:path extrusionOk="0" h="8757" w="603">
                  <a:moveTo>
                    <a:pt x="457" y="1"/>
                  </a:moveTo>
                  <a:cubicBezTo>
                    <a:pt x="435" y="625"/>
                    <a:pt x="379" y="1928"/>
                    <a:pt x="290" y="2641"/>
                  </a:cubicBezTo>
                  <a:cubicBezTo>
                    <a:pt x="179" y="3521"/>
                    <a:pt x="12" y="7174"/>
                    <a:pt x="1" y="8756"/>
                  </a:cubicBezTo>
                  <a:cubicBezTo>
                    <a:pt x="56" y="8745"/>
                    <a:pt x="112" y="8734"/>
                    <a:pt x="168" y="8712"/>
                  </a:cubicBezTo>
                  <a:cubicBezTo>
                    <a:pt x="179" y="7108"/>
                    <a:pt x="335" y="3532"/>
                    <a:pt x="446" y="2663"/>
                  </a:cubicBezTo>
                  <a:cubicBezTo>
                    <a:pt x="513" y="2106"/>
                    <a:pt x="569" y="1204"/>
                    <a:pt x="602" y="536"/>
                  </a:cubicBezTo>
                  <a:cubicBezTo>
                    <a:pt x="580" y="224"/>
                    <a:pt x="558" y="1"/>
                    <a:pt x="558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8"/>
            <p:cNvSpPr/>
            <p:nvPr/>
          </p:nvSpPr>
          <p:spPr>
            <a:xfrm>
              <a:off x="1970271" y="4057618"/>
              <a:ext cx="91054" cy="335572"/>
            </a:xfrm>
            <a:custGeom>
              <a:rect b="b" l="l" r="r" t="t"/>
              <a:pathLst>
                <a:path extrusionOk="0" h="3822" w="1037">
                  <a:moveTo>
                    <a:pt x="0" y="1"/>
                  </a:moveTo>
                  <a:lnTo>
                    <a:pt x="0" y="1"/>
                  </a:lnTo>
                  <a:cubicBezTo>
                    <a:pt x="123" y="1282"/>
                    <a:pt x="179" y="3732"/>
                    <a:pt x="179" y="3732"/>
                  </a:cubicBezTo>
                  <a:cubicBezTo>
                    <a:pt x="379" y="3799"/>
                    <a:pt x="580" y="3821"/>
                    <a:pt x="758" y="3821"/>
                  </a:cubicBezTo>
                  <a:cubicBezTo>
                    <a:pt x="735" y="3131"/>
                    <a:pt x="713" y="2518"/>
                    <a:pt x="825" y="1827"/>
                  </a:cubicBezTo>
                  <a:cubicBezTo>
                    <a:pt x="925" y="1226"/>
                    <a:pt x="1036" y="234"/>
                    <a:pt x="167" y="45"/>
                  </a:cubicBezTo>
                  <a:cubicBezTo>
                    <a:pt x="112" y="34"/>
                    <a:pt x="56" y="23"/>
                    <a:pt x="0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8"/>
            <p:cNvSpPr/>
            <p:nvPr/>
          </p:nvSpPr>
          <p:spPr>
            <a:xfrm>
              <a:off x="1543799" y="2846831"/>
              <a:ext cx="316976" cy="794239"/>
            </a:xfrm>
            <a:custGeom>
              <a:rect b="b" l="l" r="r" t="t"/>
              <a:pathLst>
                <a:path extrusionOk="0" h="9046" w="3610">
                  <a:moveTo>
                    <a:pt x="558" y="491"/>
                  </a:moveTo>
                  <a:cubicBezTo>
                    <a:pt x="558" y="491"/>
                    <a:pt x="1" y="1538"/>
                    <a:pt x="112" y="3376"/>
                  </a:cubicBezTo>
                  <a:cubicBezTo>
                    <a:pt x="235" y="5214"/>
                    <a:pt x="914" y="8934"/>
                    <a:pt x="914" y="8934"/>
                  </a:cubicBezTo>
                  <a:lnTo>
                    <a:pt x="2763" y="9045"/>
                  </a:lnTo>
                  <a:cubicBezTo>
                    <a:pt x="2763" y="9045"/>
                    <a:pt x="2886" y="7352"/>
                    <a:pt x="3019" y="6461"/>
                  </a:cubicBezTo>
                  <a:cubicBezTo>
                    <a:pt x="3164" y="5570"/>
                    <a:pt x="3610" y="3064"/>
                    <a:pt x="3019" y="1805"/>
                  </a:cubicBezTo>
                  <a:cubicBezTo>
                    <a:pt x="2440" y="546"/>
                    <a:pt x="992" y="0"/>
                    <a:pt x="558" y="49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8"/>
            <p:cNvSpPr/>
            <p:nvPr/>
          </p:nvSpPr>
          <p:spPr>
            <a:xfrm>
              <a:off x="1670942" y="2882039"/>
              <a:ext cx="26517" cy="754114"/>
            </a:xfrm>
            <a:custGeom>
              <a:rect b="b" l="l" r="r" t="t"/>
              <a:pathLst>
                <a:path extrusionOk="0" h="8589" w="302">
                  <a:moveTo>
                    <a:pt x="68" y="0"/>
                  </a:moveTo>
                  <a:lnTo>
                    <a:pt x="68" y="0"/>
                  </a:lnTo>
                  <a:cubicBezTo>
                    <a:pt x="79" y="613"/>
                    <a:pt x="101" y="1939"/>
                    <a:pt x="56" y="2663"/>
                  </a:cubicBezTo>
                  <a:cubicBezTo>
                    <a:pt x="1" y="3509"/>
                    <a:pt x="56" y="6896"/>
                    <a:pt x="134" y="8577"/>
                  </a:cubicBezTo>
                  <a:lnTo>
                    <a:pt x="301" y="8589"/>
                  </a:lnTo>
                  <a:cubicBezTo>
                    <a:pt x="224" y="6918"/>
                    <a:pt x="168" y="3520"/>
                    <a:pt x="224" y="2674"/>
                  </a:cubicBezTo>
                  <a:cubicBezTo>
                    <a:pt x="268" y="1972"/>
                    <a:pt x="246" y="713"/>
                    <a:pt x="235" y="67"/>
                  </a:cubicBezTo>
                  <a:cubicBezTo>
                    <a:pt x="179" y="45"/>
                    <a:pt x="123" y="23"/>
                    <a:pt x="68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8"/>
            <p:cNvSpPr/>
            <p:nvPr/>
          </p:nvSpPr>
          <p:spPr>
            <a:xfrm>
              <a:off x="1570229" y="2874225"/>
              <a:ext cx="261220" cy="218183"/>
            </a:xfrm>
            <a:custGeom>
              <a:rect b="b" l="l" r="r" t="t"/>
              <a:pathLst>
                <a:path extrusionOk="0" h="2485" w="2975">
                  <a:moveTo>
                    <a:pt x="733" y="0"/>
                  </a:moveTo>
                  <a:cubicBezTo>
                    <a:pt x="532" y="0"/>
                    <a:pt x="363" y="58"/>
                    <a:pt x="257" y="179"/>
                  </a:cubicBezTo>
                  <a:cubicBezTo>
                    <a:pt x="257" y="179"/>
                    <a:pt x="123" y="424"/>
                    <a:pt x="0" y="880"/>
                  </a:cubicBezTo>
                  <a:cubicBezTo>
                    <a:pt x="123" y="891"/>
                    <a:pt x="424" y="981"/>
                    <a:pt x="535" y="1014"/>
                  </a:cubicBezTo>
                  <a:cubicBezTo>
                    <a:pt x="1671" y="1370"/>
                    <a:pt x="1749" y="2295"/>
                    <a:pt x="2707" y="2440"/>
                  </a:cubicBezTo>
                  <a:cubicBezTo>
                    <a:pt x="2785" y="2451"/>
                    <a:pt x="2874" y="2473"/>
                    <a:pt x="2975" y="2484"/>
                  </a:cubicBezTo>
                  <a:cubicBezTo>
                    <a:pt x="2930" y="2117"/>
                    <a:pt x="2852" y="1771"/>
                    <a:pt x="2718" y="1493"/>
                  </a:cubicBezTo>
                  <a:cubicBezTo>
                    <a:pt x="2282" y="544"/>
                    <a:pt x="1351" y="0"/>
                    <a:pt x="73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8"/>
            <p:cNvSpPr/>
            <p:nvPr/>
          </p:nvSpPr>
          <p:spPr>
            <a:xfrm>
              <a:off x="1716952" y="2901619"/>
              <a:ext cx="143825" cy="739452"/>
            </a:xfrm>
            <a:custGeom>
              <a:rect b="b" l="l" r="r" t="t"/>
              <a:pathLst>
                <a:path extrusionOk="0" h="8422" w="1638">
                  <a:moveTo>
                    <a:pt x="0" y="0"/>
                  </a:moveTo>
                  <a:cubicBezTo>
                    <a:pt x="602" y="1304"/>
                    <a:pt x="580" y="2596"/>
                    <a:pt x="646" y="4088"/>
                  </a:cubicBezTo>
                  <a:cubicBezTo>
                    <a:pt x="702" y="5503"/>
                    <a:pt x="680" y="6973"/>
                    <a:pt x="591" y="8410"/>
                  </a:cubicBezTo>
                  <a:lnTo>
                    <a:pt x="791" y="8421"/>
                  </a:lnTo>
                  <a:cubicBezTo>
                    <a:pt x="791" y="8421"/>
                    <a:pt x="914" y="6728"/>
                    <a:pt x="1047" y="5837"/>
                  </a:cubicBezTo>
                  <a:cubicBezTo>
                    <a:pt x="1192" y="4946"/>
                    <a:pt x="1638" y="2440"/>
                    <a:pt x="1047" y="1181"/>
                  </a:cubicBezTo>
                  <a:cubicBezTo>
                    <a:pt x="802" y="657"/>
                    <a:pt x="412" y="256"/>
                    <a:pt x="0" y="0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8"/>
            <p:cNvSpPr/>
            <p:nvPr/>
          </p:nvSpPr>
          <p:spPr>
            <a:xfrm>
              <a:off x="1893968" y="2857543"/>
              <a:ext cx="299327" cy="765879"/>
            </a:xfrm>
            <a:custGeom>
              <a:rect b="b" l="l" r="r" t="t"/>
              <a:pathLst>
                <a:path extrusionOk="0" h="8723" w="3409">
                  <a:moveTo>
                    <a:pt x="2819" y="8645"/>
                  </a:moveTo>
                  <a:lnTo>
                    <a:pt x="1215" y="8723"/>
                  </a:lnTo>
                  <a:cubicBezTo>
                    <a:pt x="1215" y="8723"/>
                    <a:pt x="724" y="6896"/>
                    <a:pt x="446" y="5136"/>
                  </a:cubicBezTo>
                  <a:cubicBezTo>
                    <a:pt x="179" y="3365"/>
                    <a:pt x="0" y="2173"/>
                    <a:pt x="145" y="1549"/>
                  </a:cubicBezTo>
                  <a:cubicBezTo>
                    <a:pt x="279" y="926"/>
                    <a:pt x="2529" y="1"/>
                    <a:pt x="2529" y="1"/>
                  </a:cubicBezTo>
                  <a:cubicBezTo>
                    <a:pt x="2529" y="1"/>
                    <a:pt x="3097" y="2028"/>
                    <a:pt x="3242" y="4000"/>
                  </a:cubicBezTo>
                  <a:cubicBezTo>
                    <a:pt x="3409" y="6395"/>
                    <a:pt x="2819" y="8645"/>
                    <a:pt x="2819" y="8645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8"/>
            <p:cNvSpPr/>
            <p:nvPr/>
          </p:nvSpPr>
          <p:spPr>
            <a:xfrm>
              <a:off x="2085648" y="2880108"/>
              <a:ext cx="71473" cy="736466"/>
            </a:xfrm>
            <a:custGeom>
              <a:rect b="b" l="l" r="r" t="t"/>
              <a:pathLst>
                <a:path extrusionOk="0" h="8388" w="814">
                  <a:moveTo>
                    <a:pt x="157" y="0"/>
                  </a:moveTo>
                  <a:lnTo>
                    <a:pt x="1" y="45"/>
                  </a:lnTo>
                  <a:cubicBezTo>
                    <a:pt x="301" y="1248"/>
                    <a:pt x="480" y="2451"/>
                    <a:pt x="602" y="4211"/>
                  </a:cubicBezTo>
                  <a:cubicBezTo>
                    <a:pt x="669" y="5169"/>
                    <a:pt x="558" y="8354"/>
                    <a:pt x="558" y="8388"/>
                  </a:cubicBezTo>
                  <a:lnTo>
                    <a:pt x="636" y="8388"/>
                  </a:lnTo>
                  <a:cubicBezTo>
                    <a:pt x="636" y="8388"/>
                    <a:pt x="680" y="8243"/>
                    <a:pt x="725" y="7987"/>
                  </a:cubicBezTo>
                  <a:cubicBezTo>
                    <a:pt x="758" y="7085"/>
                    <a:pt x="814" y="4957"/>
                    <a:pt x="758" y="4200"/>
                  </a:cubicBezTo>
                  <a:cubicBezTo>
                    <a:pt x="647" y="2440"/>
                    <a:pt x="469" y="1214"/>
                    <a:pt x="157" y="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8"/>
            <p:cNvSpPr/>
            <p:nvPr/>
          </p:nvSpPr>
          <p:spPr>
            <a:xfrm>
              <a:off x="1900817" y="2857543"/>
              <a:ext cx="233825" cy="240748"/>
            </a:xfrm>
            <a:custGeom>
              <a:rect b="b" l="l" r="r" t="t"/>
              <a:pathLst>
                <a:path extrusionOk="0" h="2742" w="2663">
                  <a:moveTo>
                    <a:pt x="2451" y="1"/>
                  </a:moveTo>
                  <a:cubicBezTo>
                    <a:pt x="2451" y="1"/>
                    <a:pt x="201" y="926"/>
                    <a:pt x="67" y="1549"/>
                  </a:cubicBezTo>
                  <a:cubicBezTo>
                    <a:pt x="0" y="1828"/>
                    <a:pt x="0" y="2229"/>
                    <a:pt x="45" y="2741"/>
                  </a:cubicBezTo>
                  <a:cubicBezTo>
                    <a:pt x="60" y="2741"/>
                    <a:pt x="75" y="2742"/>
                    <a:pt x="90" y="2742"/>
                  </a:cubicBezTo>
                  <a:cubicBezTo>
                    <a:pt x="651" y="2742"/>
                    <a:pt x="1147" y="2540"/>
                    <a:pt x="1515" y="2095"/>
                  </a:cubicBezTo>
                  <a:cubicBezTo>
                    <a:pt x="1660" y="1917"/>
                    <a:pt x="2406" y="937"/>
                    <a:pt x="2663" y="859"/>
                  </a:cubicBezTo>
                  <a:cubicBezTo>
                    <a:pt x="2540" y="335"/>
                    <a:pt x="2451" y="1"/>
                    <a:pt x="24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8"/>
            <p:cNvSpPr/>
            <p:nvPr/>
          </p:nvSpPr>
          <p:spPr>
            <a:xfrm>
              <a:off x="1893968" y="2939725"/>
              <a:ext cx="142859" cy="683699"/>
            </a:xfrm>
            <a:custGeom>
              <a:rect b="b" l="l" r="r" t="t"/>
              <a:pathLst>
                <a:path extrusionOk="0" h="7787" w="1627">
                  <a:moveTo>
                    <a:pt x="724" y="1"/>
                  </a:moveTo>
                  <a:cubicBezTo>
                    <a:pt x="413" y="212"/>
                    <a:pt x="179" y="424"/>
                    <a:pt x="145" y="613"/>
                  </a:cubicBezTo>
                  <a:cubicBezTo>
                    <a:pt x="0" y="1237"/>
                    <a:pt x="179" y="2429"/>
                    <a:pt x="446" y="4200"/>
                  </a:cubicBezTo>
                  <a:cubicBezTo>
                    <a:pt x="724" y="5960"/>
                    <a:pt x="1215" y="7787"/>
                    <a:pt x="1215" y="7787"/>
                  </a:cubicBezTo>
                  <a:lnTo>
                    <a:pt x="1627" y="7765"/>
                  </a:lnTo>
                  <a:cubicBezTo>
                    <a:pt x="1482" y="6428"/>
                    <a:pt x="1092" y="5125"/>
                    <a:pt x="970" y="3777"/>
                  </a:cubicBezTo>
                  <a:cubicBezTo>
                    <a:pt x="847" y="2518"/>
                    <a:pt x="825" y="1259"/>
                    <a:pt x="724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1579009" y="2785194"/>
              <a:ext cx="545884" cy="286667"/>
            </a:xfrm>
            <a:custGeom>
              <a:rect b="b" l="l" r="r" t="t"/>
              <a:pathLst>
                <a:path extrusionOk="0" h="3265" w="6217">
                  <a:moveTo>
                    <a:pt x="34" y="346"/>
                  </a:moveTo>
                  <a:lnTo>
                    <a:pt x="1" y="1594"/>
                  </a:lnTo>
                  <a:cubicBezTo>
                    <a:pt x="1" y="1594"/>
                    <a:pt x="1337" y="1827"/>
                    <a:pt x="1816" y="2474"/>
                  </a:cubicBezTo>
                  <a:cubicBezTo>
                    <a:pt x="2295" y="3131"/>
                    <a:pt x="2741" y="3264"/>
                    <a:pt x="3387" y="3253"/>
                  </a:cubicBezTo>
                  <a:cubicBezTo>
                    <a:pt x="4022" y="3231"/>
                    <a:pt x="4590" y="3131"/>
                    <a:pt x="5002" y="2663"/>
                  </a:cubicBezTo>
                  <a:cubicBezTo>
                    <a:pt x="5403" y="2206"/>
                    <a:pt x="5849" y="1349"/>
                    <a:pt x="6216" y="1237"/>
                  </a:cubicBezTo>
                  <a:lnTo>
                    <a:pt x="6005" y="1"/>
                  </a:lnTo>
                  <a:cubicBezTo>
                    <a:pt x="6005" y="1"/>
                    <a:pt x="2785" y="792"/>
                    <a:pt x="34" y="34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1412793" y="2011572"/>
              <a:ext cx="726762" cy="982043"/>
            </a:xfrm>
            <a:custGeom>
              <a:rect b="b" l="l" r="r" t="t"/>
              <a:pathLst>
                <a:path extrusionOk="0" h="11185" w="8277">
                  <a:moveTo>
                    <a:pt x="2573" y="1"/>
                  </a:moveTo>
                  <a:cubicBezTo>
                    <a:pt x="2573" y="1"/>
                    <a:pt x="579" y="892"/>
                    <a:pt x="0" y="870"/>
                  </a:cubicBezTo>
                  <a:cubicBezTo>
                    <a:pt x="0" y="870"/>
                    <a:pt x="1214" y="3175"/>
                    <a:pt x="1381" y="4523"/>
                  </a:cubicBezTo>
                  <a:cubicBezTo>
                    <a:pt x="1381" y="4523"/>
                    <a:pt x="1883" y="8778"/>
                    <a:pt x="1905" y="9825"/>
                  </a:cubicBezTo>
                  <a:cubicBezTo>
                    <a:pt x="1905" y="9825"/>
                    <a:pt x="6260" y="11184"/>
                    <a:pt x="8009" y="9480"/>
                  </a:cubicBezTo>
                  <a:cubicBezTo>
                    <a:pt x="8009" y="9480"/>
                    <a:pt x="7853" y="7464"/>
                    <a:pt x="8009" y="6640"/>
                  </a:cubicBezTo>
                  <a:cubicBezTo>
                    <a:pt x="8165" y="5804"/>
                    <a:pt x="8276" y="3888"/>
                    <a:pt x="7764" y="2741"/>
                  </a:cubicBezTo>
                  <a:cubicBezTo>
                    <a:pt x="7252" y="1594"/>
                    <a:pt x="7430" y="925"/>
                    <a:pt x="7430" y="925"/>
                  </a:cubicBezTo>
                  <a:cubicBezTo>
                    <a:pt x="7430" y="925"/>
                    <a:pt x="6015" y="769"/>
                    <a:pt x="5102" y="90"/>
                  </a:cubicBezTo>
                  <a:cubicBezTo>
                    <a:pt x="5102" y="90"/>
                    <a:pt x="3876" y="547"/>
                    <a:pt x="2573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1588843" y="2011572"/>
              <a:ext cx="335503" cy="131173"/>
            </a:xfrm>
            <a:custGeom>
              <a:rect b="b" l="l" r="r" t="t"/>
              <a:pathLst>
                <a:path extrusionOk="0" h="1494" w="3821">
                  <a:moveTo>
                    <a:pt x="1838" y="1259"/>
                  </a:moveTo>
                  <a:cubicBezTo>
                    <a:pt x="2685" y="1493"/>
                    <a:pt x="3821" y="1404"/>
                    <a:pt x="3475" y="324"/>
                  </a:cubicBezTo>
                  <a:cubicBezTo>
                    <a:pt x="3342" y="257"/>
                    <a:pt x="3219" y="168"/>
                    <a:pt x="3097" y="90"/>
                  </a:cubicBezTo>
                  <a:cubicBezTo>
                    <a:pt x="3097" y="90"/>
                    <a:pt x="1871" y="547"/>
                    <a:pt x="568" y="1"/>
                  </a:cubicBezTo>
                  <a:cubicBezTo>
                    <a:pt x="568" y="1"/>
                    <a:pt x="334" y="112"/>
                    <a:pt x="0" y="246"/>
                  </a:cubicBezTo>
                  <a:cubicBezTo>
                    <a:pt x="568" y="658"/>
                    <a:pt x="1170" y="1081"/>
                    <a:pt x="1838" y="1259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8"/>
            <p:cNvSpPr/>
            <p:nvPr/>
          </p:nvSpPr>
          <p:spPr>
            <a:xfrm>
              <a:off x="1504726" y="2296226"/>
              <a:ext cx="624996" cy="623117"/>
            </a:xfrm>
            <a:custGeom>
              <a:rect b="b" l="l" r="r" t="t"/>
              <a:pathLst>
                <a:path extrusionOk="0" h="7097" w="7118">
                  <a:moveTo>
                    <a:pt x="0" y="0"/>
                  </a:moveTo>
                  <a:cubicBezTo>
                    <a:pt x="156" y="457"/>
                    <a:pt x="290" y="902"/>
                    <a:pt x="334" y="1281"/>
                  </a:cubicBezTo>
                  <a:cubicBezTo>
                    <a:pt x="334" y="1281"/>
                    <a:pt x="836" y="5536"/>
                    <a:pt x="858" y="6583"/>
                  </a:cubicBezTo>
                  <a:cubicBezTo>
                    <a:pt x="858" y="6583"/>
                    <a:pt x="2503" y="7097"/>
                    <a:pt x="4177" y="7097"/>
                  </a:cubicBezTo>
                  <a:cubicBezTo>
                    <a:pt x="5227" y="7097"/>
                    <a:pt x="6288" y="6895"/>
                    <a:pt x="6962" y="6238"/>
                  </a:cubicBezTo>
                  <a:cubicBezTo>
                    <a:pt x="6962" y="6238"/>
                    <a:pt x="6806" y="4222"/>
                    <a:pt x="6962" y="3398"/>
                  </a:cubicBezTo>
                  <a:cubicBezTo>
                    <a:pt x="7051" y="2963"/>
                    <a:pt x="7118" y="2239"/>
                    <a:pt x="7085" y="1482"/>
                  </a:cubicBezTo>
                  <a:lnTo>
                    <a:pt x="7085" y="1482"/>
                  </a:lnTo>
                  <a:cubicBezTo>
                    <a:pt x="6684" y="2139"/>
                    <a:pt x="6193" y="2729"/>
                    <a:pt x="5469" y="3108"/>
                  </a:cubicBezTo>
                  <a:cubicBezTo>
                    <a:pt x="5131" y="3281"/>
                    <a:pt x="4762" y="3358"/>
                    <a:pt x="4391" y="3358"/>
                  </a:cubicBezTo>
                  <a:cubicBezTo>
                    <a:pt x="3760" y="3358"/>
                    <a:pt x="3123" y="3136"/>
                    <a:pt x="2618" y="2785"/>
                  </a:cubicBezTo>
                  <a:cubicBezTo>
                    <a:pt x="1638" y="2117"/>
                    <a:pt x="1125" y="130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2019179" y="2312820"/>
              <a:ext cx="116429" cy="586855"/>
            </a:xfrm>
            <a:custGeom>
              <a:rect b="b" l="l" r="r" t="t"/>
              <a:pathLst>
                <a:path extrusionOk="0" h="6684" w="1326">
                  <a:moveTo>
                    <a:pt x="1081" y="1"/>
                  </a:moveTo>
                  <a:lnTo>
                    <a:pt x="1081" y="1"/>
                  </a:lnTo>
                  <a:cubicBezTo>
                    <a:pt x="1081" y="90"/>
                    <a:pt x="1148" y="1738"/>
                    <a:pt x="914" y="3231"/>
                  </a:cubicBezTo>
                  <a:cubicBezTo>
                    <a:pt x="713" y="4523"/>
                    <a:pt x="513" y="5537"/>
                    <a:pt x="0" y="6684"/>
                  </a:cubicBezTo>
                  <a:cubicBezTo>
                    <a:pt x="424" y="6550"/>
                    <a:pt x="802" y="6339"/>
                    <a:pt x="1103" y="6049"/>
                  </a:cubicBezTo>
                  <a:cubicBezTo>
                    <a:pt x="1103" y="6049"/>
                    <a:pt x="947" y="4033"/>
                    <a:pt x="1103" y="3209"/>
                  </a:cubicBezTo>
                  <a:cubicBezTo>
                    <a:pt x="1237" y="2529"/>
                    <a:pt x="1326" y="1114"/>
                    <a:pt x="108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1424471" y="2110349"/>
              <a:ext cx="313113" cy="798190"/>
            </a:xfrm>
            <a:custGeom>
              <a:rect b="b" l="l" r="r" t="t"/>
              <a:pathLst>
                <a:path extrusionOk="0" h="9091" w="3566">
                  <a:moveTo>
                    <a:pt x="1" y="1"/>
                  </a:moveTo>
                  <a:lnTo>
                    <a:pt x="1" y="1"/>
                  </a:lnTo>
                  <a:cubicBezTo>
                    <a:pt x="313" y="636"/>
                    <a:pt x="1115" y="2318"/>
                    <a:pt x="1248" y="3398"/>
                  </a:cubicBezTo>
                  <a:cubicBezTo>
                    <a:pt x="1248" y="3398"/>
                    <a:pt x="1750" y="7653"/>
                    <a:pt x="1772" y="8700"/>
                  </a:cubicBezTo>
                  <a:cubicBezTo>
                    <a:pt x="1772" y="8700"/>
                    <a:pt x="2540" y="8934"/>
                    <a:pt x="3565" y="9090"/>
                  </a:cubicBezTo>
                  <a:cubicBezTo>
                    <a:pt x="2886" y="7987"/>
                    <a:pt x="2663" y="6673"/>
                    <a:pt x="2384" y="5381"/>
                  </a:cubicBezTo>
                  <a:cubicBezTo>
                    <a:pt x="2139" y="4278"/>
                    <a:pt x="1905" y="2184"/>
                    <a:pt x="1493" y="1137"/>
                  </a:cubicBezTo>
                  <a:cubicBezTo>
                    <a:pt x="1493" y="1137"/>
                    <a:pt x="613" y="613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483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8"/>
            <p:cNvSpPr/>
            <p:nvPr/>
          </p:nvSpPr>
          <p:spPr>
            <a:xfrm>
              <a:off x="1535019" y="2045815"/>
              <a:ext cx="418654" cy="872469"/>
            </a:xfrm>
            <a:custGeom>
              <a:rect b="b" l="l" r="r" t="t"/>
              <a:pathLst>
                <a:path extrusionOk="0" h="9937" w="4768">
                  <a:moveTo>
                    <a:pt x="245" y="1"/>
                  </a:moveTo>
                  <a:cubicBezTo>
                    <a:pt x="167" y="34"/>
                    <a:pt x="90" y="67"/>
                    <a:pt x="0" y="90"/>
                  </a:cubicBezTo>
                  <a:cubicBezTo>
                    <a:pt x="323" y="390"/>
                    <a:pt x="2139" y="2039"/>
                    <a:pt x="3398" y="2039"/>
                  </a:cubicBezTo>
                  <a:cubicBezTo>
                    <a:pt x="3465" y="2039"/>
                    <a:pt x="3531" y="2028"/>
                    <a:pt x="3587" y="2028"/>
                  </a:cubicBezTo>
                  <a:cubicBezTo>
                    <a:pt x="3721" y="2674"/>
                    <a:pt x="4367" y="6149"/>
                    <a:pt x="4333" y="9937"/>
                  </a:cubicBezTo>
                  <a:cubicBezTo>
                    <a:pt x="4411" y="9925"/>
                    <a:pt x="4478" y="9914"/>
                    <a:pt x="4556" y="9914"/>
                  </a:cubicBezTo>
                  <a:cubicBezTo>
                    <a:pt x="4601" y="6082"/>
                    <a:pt x="3932" y="2585"/>
                    <a:pt x="3810" y="1961"/>
                  </a:cubicBezTo>
                  <a:cubicBezTo>
                    <a:pt x="4178" y="1839"/>
                    <a:pt x="4445" y="1638"/>
                    <a:pt x="4590" y="1326"/>
                  </a:cubicBezTo>
                  <a:cubicBezTo>
                    <a:pt x="4768" y="959"/>
                    <a:pt x="4746" y="524"/>
                    <a:pt x="4679" y="201"/>
                  </a:cubicBezTo>
                  <a:cubicBezTo>
                    <a:pt x="4590" y="168"/>
                    <a:pt x="4501" y="134"/>
                    <a:pt x="4411" y="90"/>
                  </a:cubicBezTo>
                  <a:lnTo>
                    <a:pt x="4411" y="90"/>
                  </a:lnTo>
                  <a:cubicBezTo>
                    <a:pt x="4489" y="390"/>
                    <a:pt x="4556" y="858"/>
                    <a:pt x="4378" y="1226"/>
                  </a:cubicBezTo>
                  <a:cubicBezTo>
                    <a:pt x="4244" y="1493"/>
                    <a:pt x="3999" y="1683"/>
                    <a:pt x="3654" y="1772"/>
                  </a:cubicBezTo>
                  <a:cubicBezTo>
                    <a:pt x="3572" y="1794"/>
                    <a:pt x="3484" y="1804"/>
                    <a:pt x="3392" y="1804"/>
                  </a:cubicBezTo>
                  <a:cubicBezTo>
                    <a:pt x="2329" y="1804"/>
                    <a:pt x="707" y="421"/>
                    <a:pt x="245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8"/>
            <p:cNvSpPr/>
            <p:nvPr/>
          </p:nvSpPr>
          <p:spPr>
            <a:xfrm>
              <a:off x="1310061" y="2127032"/>
              <a:ext cx="710167" cy="714955"/>
            </a:xfrm>
            <a:custGeom>
              <a:rect b="b" l="l" r="r" t="t"/>
              <a:pathLst>
                <a:path extrusionOk="0" h="8143" w="8088">
                  <a:moveTo>
                    <a:pt x="1114" y="89"/>
                  </a:moveTo>
                  <a:cubicBezTo>
                    <a:pt x="1114" y="89"/>
                    <a:pt x="45" y="267"/>
                    <a:pt x="23" y="2618"/>
                  </a:cubicBezTo>
                  <a:cubicBezTo>
                    <a:pt x="0" y="4957"/>
                    <a:pt x="624" y="7196"/>
                    <a:pt x="1114" y="7497"/>
                  </a:cubicBezTo>
                  <a:cubicBezTo>
                    <a:pt x="1616" y="7809"/>
                    <a:pt x="6506" y="7898"/>
                    <a:pt x="7753" y="8143"/>
                  </a:cubicBezTo>
                  <a:lnTo>
                    <a:pt x="8087" y="7229"/>
                  </a:lnTo>
                  <a:cubicBezTo>
                    <a:pt x="8087" y="7229"/>
                    <a:pt x="5214" y="6795"/>
                    <a:pt x="4434" y="6539"/>
                  </a:cubicBezTo>
                  <a:cubicBezTo>
                    <a:pt x="3665" y="6294"/>
                    <a:pt x="2763" y="6182"/>
                    <a:pt x="2518" y="6372"/>
                  </a:cubicBezTo>
                  <a:cubicBezTo>
                    <a:pt x="2429" y="6438"/>
                    <a:pt x="2262" y="6260"/>
                    <a:pt x="2217" y="5893"/>
                  </a:cubicBezTo>
                  <a:cubicBezTo>
                    <a:pt x="2184" y="5625"/>
                    <a:pt x="2384" y="3398"/>
                    <a:pt x="2507" y="2974"/>
                  </a:cubicBezTo>
                  <a:cubicBezTo>
                    <a:pt x="2640" y="2540"/>
                    <a:pt x="2975" y="0"/>
                    <a:pt x="1114" y="89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1330607" y="2134407"/>
              <a:ext cx="671972" cy="688001"/>
            </a:xfrm>
            <a:custGeom>
              <a:rect b="b" l="l" r="r" t="t"/>
              <a:pathLst>
                <a:path extrusionOk="0" h="7836" w="7653">
                  <a:moveTo>
                    <a:pt x="992" y="1"/>
                  </a:moveTo>
                  <a:cubicBezTo>
                    <a:pt x="957" y="1"/>
                    <a:pt x="919" y="2"/>
                    <a:pt x="880" y="5"/>
                  </a:cubicBezTo>
                  <a:cubicBezTo>
                    <a:pt x="880" y="5"/>
                    <a:pt x="468" y="72"/>
                    <a:pt x="156" y="685"/>
                  </a:cubicBezTo>
                  <a:cubicBezTo>
                    <a:pt x="11" y="1052"/>
                    <a:pt x="34" y="1431"/>
                    <a:pt x="23" y="2166"/>
                  </a:cubicBezTo>
                  <a:cubicBezTo>
                    <a:pt x="0" y="4505"/>
                    <a:pt x="490" y="6889"/>
                    <a:pt x="981" y="7201"/>
                  </a:cubicBezTo>
                  <a:cubicBezTo>
                    <a:pt x="1482" y="7513"/>
                    <a:pt x="6327" y="7591"/>
                    <a:pt x="7597" y="7836"/>
                  </a:cubicBezTo>
                  <a:lnTo>
                    <a:pt x="7653" y="7691"/>
                  </a:lnTo>
                  <a:cubicBezTo>
                    <a:pt x="5871" y="7513"/>
                    <a:pt x="1794" y="6934"/>
                    <a:pt x="1359" y="6666"/>
                  </a:cubicBezTo>
                  <a:cubicBezTo>
                    <a:pt x="869" y="6354"/>
                    <a:pt x="914" y="3748"/>
                    <a:pt x="936" y="1398"/>
                  </a:cubicBezTo>
                  <a:cubicBezTo>
                    <a:pt x="936" y="685"/>
                    <a:pt x="1137" y="339"/>
                    <a:pt x="1226" y="16"/>
                  </a:cubicBezTo>
                  <a:cubicBezTo>
                    <a:pt x="1155" y="9"/>
                    <a:pt x="1078" y="1"/>
                    <a:pt x="992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>
              <a:off x="1358968" y="2631629"/>
              <a:ext cx="189834" cy="166381"/>
            </a:xfrm>
            <a:custGeom>
              <a:rect b="b" l="l" r="r" t="t"/>
              <a:pathLst>
                <a:path extrusionOk="0" h="1895" w="2162">
                  <a:moveTo>
                    <a:pt x="2161" y="948"/>
                  </a:moveTo>
                  <a:cubicBezTo>
                    <a:pt x="2161" y="1471"/>
                    <a:pt x="1682" y="1894"/>
                    <a:pt x="1081" y="1894"/>
                  </a:cubicBezTo>
                  <a:cubicBezTo>
                    <a:pt x="479" y="1894"/>
                    <a:pt x="0" y="1471"/>
                    <a:pt x="0" y="948"/>
                  </a:cubicBezTo>
                  <a:cubicBezTo>
                    <a:pt x="0" y="424"/>
                    <a:pt x="479" y="1"/>
                    <a:pt x="1081" y="1"/>
                  </a:cubicBezTo>
                  <a:cubicBezTo>
                    <a:pt x="1682" y="1"/>
                    <a:pt x="2161" y="424"/>
                    <a:pt x="2161" y="948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>
              <a:off x="1358968" y="2632243"/>
              <a:ext cx="153659" cy="164625"/>
            </a:xfrm>
            <a:custGeom>
              <a:rect b="b" l="l" r="r" t="t"/>
              <a:pathLst>
                <a:path extrusionOk="0" h="1875" w="1750">
                  <a:moveTo>
                    <a:pt x="926" y="1"/>
                  </a:moveTo>
                  <a:cubicBezTo>
                    <a:pt x="749" y="1"/>
                    <a:pt x="568" y="54"/>
                    <a:pt x="413" y="161"/>
                  </a:cubicBezTo>
                  <a:cubicBezTo>
                    <a:pt x="167" y="350"/>
                    <a:pt x="0" y="629"/>
                    <a:pt x="0" y="941"/>
                  </a:cubicBezTo>
                  <a:cubicBezTo>
                    <a:pt x="0" y="1253"/>
                    <a:pt x="167" y="1531"/>
                    <a:pt x="413" y="1709"/>
                  </a:cubicBezTo>
                  <a:cubicBezTo>
                    <a:pt x="568" y="1820"/>
                    <a:pt x="748" y="1874"/>
                    <a:pt x="923" y="1874"/>
                  </a:cubicBezTo>
                  <a:cubicBezTo>
                    <a:pt x="1189" y="1874"/>
                    <a:pt x="1446" y="1750"/>
                    <a:pt x="1593" y="1509"/>
                  </a:cubicBezTo>
                  <a:cubicBezTo>
                    <a:pt x="1682" y="1353"/>
                    <a:pt x="1749" y="1152"/>
                    <a:pt x="1749" y="941"/>
                  </a:cubicBezTo>
                  <a:cubicBezTo>
                    <a:pt x="1749" y="729"/>
                    <a:pt x="1682" y="529"/>
                    <a:pt x="1593" y="361"/>
                  </a:cubicBezTo>
                  <a:cubicBezTo>
                    <a:pt x="1446" y="121"/>
                    <a:pt x="1191" y="1"/>
                    <a:pt x="926" y="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1250353" y="2084975"/>
              <a:ext cx="344371" cy="367794"/>
            </a:xfrm>
            <a:custGeom>
              <a:rect b="b" l="l" r="r" t="t"/>
              <a:pathLst>
                <a:path extrusionOk="0" h="4189" w="3922">
                  <a:moveTo>
                    <a:pt x="391" y="3186"/>
                  </a:moveTo>
                  <a:cubicBezTo>
                    <a:pt x="391" y="3186"/>
                    <a:pt x="1" y="78"/>
                    <a:pt x="1850" y="34"/>
                  </a:cubicBezTo>
                  <a:cubicBezTo>
                    <a:pt x="3298" y="0"/>
                    <a:pt x="3922" y="1782"/>
                    <a:pt x="3443" y="3453"/>
                  </a:cubicBezTo>
                  <a:cubicBezTo>
                    <a:pt x="3443" y="3453"/>
                    <a:pt x="2195" y="4188"/>
                    <a:pt x="391" y="3186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8"/>
            <p:cNvSpPr/>
            <p:nvPr/>
          </p:nvSpPr>
          <p:spPr>
            <a:xfrm>
              <a:off x="2458295" y="2746122"/>
              <a:ext cx="272020" cy="222134"/>
            </a:xfrm>
            <a:custGeom>
              <a:rect b="b" l="l" r="r" t="t"/>
              <a:pathLst>
                <a:path extrusionOk="0" h="2530" w="3098">
                  <a:moveTo>
                    <a:pt x="524" y="0"/>
                  </a:moveTo>
                  <a:lnTo>
                    <a:pt x="1" y="680"/>
                  </a:lnTo>
                  <a:cubicBezTo>
                    <a:pt x="1" y="680"/>
                    <a:pt x="357" y="1159"/>
                    <a:pt x="546" y="1526"/>
                  </a:cubicBezTo>
                  <a:cubicBezTo>
                    <a:pt x="702" y="1838"/>
                    <a:pt x="825" y="2350"/>
                    <a:pt x="1037" y="2362"/>
                  </a:cubicBezTo>
                  <a:cubicBezTo>
                    <a:pt x="1039" y="2362"/>
                    <a:pt x="1042" y="2362"/>
                    <a:pt x="1045" y="2362"/>
                  </a:cubicBezTo>
                  <a:cubicBezTo>
                    <a:pt x="1272" y="2362"/>
                    <a:pt x="1313" y="1901"/>
                    <a:pt x="1170" y="1571"/>
                  </a:cubicBezTo>
                  <a:cubicBezTo>
                    <a:pt x="1076" y="1351"/>
                    <a:pt x="766" y="1043"/>
                    <a:pt x="784" y="1043"/>
                  </a:cubicBezTo>
                  <a:lnTo>
                    <a:pt x="784" y="1043"/>
                  </a:lnTo>
                  <a:cubicBezTo>
                    <a:pt x="785" y="1043"/>
                    <a:pt x="787" y="1044"/>
                    <a:pt x="792" y="1047"/>
                  </a:cubicBezTo>
                  <a:cubicBezTo>
                    <a:pt x="858" y="1092"/>
                    <a:pt x="1193" y="1337"/>
                    <a:pt x="1293" y="1571"/>
                  </a:cubicBezTo>
                  <a:cubicBezTo>
                    <a:pt x="1393" y="1794"/>
                    <a:pt x="1426" y="2506"/>
                    <a:pt x="1660" y="2529"/>
                  </a:cubicBezTo>
                  <a:cubicBezTo>
                    <a:pt x="1670" y="2529"/>
                    <a:pt x="1680" y="2530"/>
                    <a:pt x="1689" y="2530"/>
                  </a:cubicBezTo>
                  <a:cubicBezTo>
                    <a:pt x="2067" y="2530"/>
                    <a:pt x="1947" y="1885"/>
                    <a:pt x="1839" y="1548"/>
                  </a:cubicBezTo>
                  <a:cubicBezTo>
                    <a:pt x="1770" y="1331"/>
                    <a:pt x="1769" y="1225"/>
                    <a:pt x="1795" y="1225"/>
                  </a:cubicBezTo>
                  <a:cubicBezTo>
                    <a:pt x="1819" y="1225"/>
                    <a:pt x="1868" y="1320"/>
                    <a:pt x="1905" y="1504"/>
                  </a:cubicBezTo>
                  <a:cubicBezTo>
                    <a:pt x="1971" y="1873"/>
                    <a:pt x="1983" y="2508"/>
                    <a:pt x="2252" y="2508"/>
                  </a:cubicBezTo>
                  <a:cubicBezTo>
                    <a:pt x="2259" y="2508"/>
                    <a:pt x="2266" y="2507"/>
                    <a:pt x="2273" y="2506"/>
                  </a:cubicBezTo>
                  <a:cubicBezTo>
                    <a:pt x="2596" y="2462"/>
                    <a:pt x="2507" y="1860"/>
                    <a:pt x="2429" y="1560"/>
                  </a:cubicBezTo>
                  <a:cubicBezTo>
                    <a:pt x="2365" y="1322"/>
                    <a:pt x="2359" y="1208"/>
                    <a:pt x="2373" y="1208"/>
                  </a:cubicBezTo>
                  <a:lnTo>
                    <a:pt x="2373" y="1208"/>
                  </a:lnTo>
                  <a:cubicBezTo>
                    <a:pt x="2387" y="1208"/>
                    <a:pt x="2419" y="1306"/>
                    <a:pt x="2440" y="1493"/>
                  </a:cubicBezTo>
                  <a:cubicBezTo>
                    <a:pt x="2493" y="1862"/>
                    <a:pt x="2606" y="2231"/>
                    <a:pt x="2769" y="2231"/>
                  </a:cubicBezTo>
                  <a:cubicBezTo>
                    <a:pt x="2778" y="2231"/>
                    <a:pt x="2787" y="2230"/>
                    <a:pt x="2797" y="2228"/>
                  </a:cubicBezTo>
                  <a:cubicBezTo>
                    <a:pt x="2997" y="2172"/>
                    <a:pt x="3097" y="1871"/>
                    <a:pt x="2897" y="1192"/>
                  </a:cubicBezTo>
                  <a:cubicBezTo>
                    <a:pt x="2730" y="635"/>
                    <a:pt x="2262" y="468"/>
                    <a:pt x="1750" y="279"/>
                  </a:cubicBezTo>
                  <a:cubicBezTo>
                    <a:pt x="1226" y="89"/>
                    <a:pt x="714" y="34"/>
                    <a:pt x="524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8"/>
            <p:cNvSpPr/>
            <p:nvPr/>
          </p:nvSpPr>
          <p:spPr>
            <a:xfrm>
              <a:off x="1972203" y="2754902"/>
              <a:ext cx="464664" cy="202203"/>
            </a:xfrm>
            <a:custGeom>
              <a:rect b="b" l="l" r="r" t="t"/>
              <a:pathLst>
                <a:path extrusionOk="0" h="2303" w="5292">
                  <a:moveTo>
                    <a:pt x="223" y="0"/>
                  </a:moveTo>
                  <a:cubicBezTo>
                    <a:pt x="223" y="0"/>
                    <a:pt x="1" y="424"/>
                    <a:pt x="45" y="992"/>
                  </a:cubicBezTo>
                  <a:cubicBezTo>
                    <a:pt x="45" y="992"/>
                    <a:pt x="1159" y="1293"/>
                    <a:pt x="1471" y="1504"/>
                  </a:cubicBezTo>
                  <a:cubicBezTo>
                    <a:pt x="1783" y="1716"/>
                    <a:pt x="2095" y="2228"/>
                    <a:pt x="2284" y="2273"/>
                  </a:cubicBezTo>
                  <a:cubicBezTo>
                    <a:pt x="2379" y="2291"/>
                    <a:pt x="2571" y="2302"/>
                    <a:pt x="2750" y="2302"/>
                  </a:cubicBezTo>
                  <a:cubicBezTo>
                    <a:pt x="2905" y="2302"/>
                    <a:pt x="3052" y="2293"/>
                    <a:pt x="3119" y="2273"/>
                  </a:cubicBezTo>
                  <a:cubicBezTo>
                    <a:pt x="3119" y="2273"/>
                    <a:pt x="3521" y="2172"/>
                    <a:pt x="3654" y="2095"/>
                  </a:cubicBezTo>
                  <a:cubicBezTo>
                    <a:pt x="3654" y="2095"/>
                    <a:pt x="4055" y="2072"/>
                    <a:pt x="4267" y="1872"/>
                  </a:cubicBezTo>
                  <a:cubicBezTo>
                    <a:pt x="4267" y="1872"/>
                    <a:pt x="4549" y="1971"/>
                    <a:pt x="4797" y="1971"/>
                  </a:cubicBezTo>
                  <a:cubicBezTo>
                    <a:pt x="4920" y="1971"/>
                    <a:pt x="5035" y="1946"/>
                    <a:pt x="5102" y="1872"/>
                  </a:cubicBezTo>
                  <a:cubicBezTo>
                    <a:pt x="5292" y="1649"/>
                    <a:pt x="4701" y="1359"/>
                    <a:pt x="4267" y="1125"/>
                  </a:cubicBezTo>
                  <a:cubicBezTo>
                    <a:pt x="3832" y="880"/>
                    <a:pt x="3654" y="791"/>
                    <a:pt x="3654" y="724"/>
                  </a:cubicBezTo>
                  <a:lnTo>
                    <a:pt x="3654" y="724"/>
                  </a:lnTo>
                  <a:cubicBezTo>
                    <a:pt x="3654" y="724"/>
                    <a:pt x="4267" y="914"/>
                    <a:pt x="4545" y="936"/>
                  </a:cubicBezTo>
                  <a:cubicBezTo>
                    <a:pt x="4545" y="936"/>
                    <a:pt x="3788" y="101"/>
                    <a:pt x="3621" y="78"/>
                  </a:cubicBezTo>
                  <a:cubicBezTo>
                    <a:pt x="3609" y="77"/>
                    <a:pt x="3590" y="76"/>
                    <a:pt x="3566" y="76"/>
                  </a:cubicBezTo>
                  <a:cubicBezTo>
                    <a:pt x="3269" y="76"/>
                    <a:pt x="2117" y="190"/>
                    <a:pt x="1924" y="190"/>
                  </a:cubicBezTo>
                  <a:cubicBezTo>
                    <a:pt x="1916" y="190"/>
                    <a:pt x="1910" y="190"/>
                    <a:pt x="1905" y="190"/>
                  </a:cubicBezTo>
                  <a:cubicBezTo>
                    <a:pt x="1783" y="179"/>
                    <a:pt x="513" y="45"/>
                    <a:pt x="223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8"/>
            <p:cNvSpPr/>
            <p:nvPr/>
          </p:nvSpPr>
          <p:spPr>
            <a:xfrm>
              <a:off x="2304723" y="2885990"/>
              <a:ext cx="44166" cy="41090"/>
            </a:xfrm>
            <a:custGeom>
              <a:rect b="b" l="l" r="r" t="t"/>
              <a:pathLst>
                <a:path extrusionOk="0" h="468" w="503">
                  <a:moveTo>
                    <a:pt x="494" y="383"/>
                  </a:moveTo>
                  <a:lnTo>
                    <a:pt x="502" y="390"/>
                  </a:lnTo>
                  <a:cubicBezTo>
                    <a:pt x="499" y="387"/>
                    <a:pt x="496" y="385"/>
                    <a:pt x="494" y="383"/>
                  </a:cubicBezTo>
                  <a:close/>
                  <a:moveTo>
                    <a:pt x="1" y="0"/>
                  </a:moveTo>
                  <a:lnTo>
                    <a:pt x="357" y="468"/>
                  </a:lnTo>
                  <a:cubicBezTo>
                    <a:pt x="402" y="434"/>
                    <a:pt x="446" y="412"/>
                    <a:pt x="480" y="379"/>
                  </a:cubicBezTo>
                  <a:cubicBezTo>
                    <a:pt x="480" y="379"/>
                    <a:pt x="486" y="379"/>
                    <a:pt x="494" y="383"/>
                  </a:cubicBezTo>
                  <a:lnTo>
                    <a:pt x="494" y="38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8"/>
            <p:cNvSpPr/>
            <p:nvPr/>
          </p:nvSpPr>
          <p:spPr>
            <a:xfrm>
              <a:off x="2240186" y="2897668"/>
              <a:ext cx="51981" cy="48027"/>
            </a:xfrm>
            <a:custGeom>
              <a:rect b="b" l="l" r="r" t="t"/>
              <a:pathLst>
                <a:path extrusionOk="0" h="547" w="592">
                  <a:moveTo>
                    <a:pt x="1" y="1"/>
                  </a:moveTo>
                  <a:lnTo>
                    <a:pt x="402" y="546"/>
                  </a:lnTo>
                  <a:cubicBezTo>
                    <a:pt x="480" y="524"/>
                    <a:pt x="546" y="502"/>
                    <a:pt x="591" y="480"/>
                  </a:cubicBez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8"/>
            <p:cNvSpPr/>
            <p:nvPr/>
          </p:nvSpPr>
          <p:spPr>
            <a:xfrm>
              <a:off x="2195229" y="2915316"/>
              <a:ext cx="49961" cy="41178"/>
            </a:xfrm>
            <a:custGeom>
              <a:rect b="b" l="l" r="r" t="t"/>
              <a:pathLst>
                <a:path extrusionOk="0" h="469" w="569">
                  <a:moveTo>
                    <a:pt x="0" y="0"/>
                  </a:moveTo>
                  <a:lnTo>
                    <a:pt x="357" y="468"/>
                  </a:lnTo>
                  <a:cubicBezTo>
                    <a:pt x="446" y="468"/>
                    <a:pt x="524" y="457"/>
                    <a:pt x="568" y="44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1734513" y="1557813"/>
              <a:ext cx="263239" cy="315992"/>
            </a:xfrm>
            <a:custGeom>
              <a:rect b="b" l="l" r="r" t="t"/>
              <a:pathLst>
                <a:path extrusionOk="0" h="3599" w="2998">
                  <a:moveTo>
                    <a:pt x="981" y="89"/>
                  </a:moveTo>
                  <a:cubicBezTo>
                    <a:pt x="391" y="212"/>
                    <a:pt x="1" y="501"/>
                    <a:pt x="79" y="1103"/>
                  </a:cubicBezTo>
                  <a:cubicBezTo>
                    <a:pt x="168" y="1704"/>
                    <a:pt x="613" y="1782"/>
                    <a:pt x="814" y="1961"/>
                  </a:cubicBezTo>
                  <a:cubicBezTo>
                    <a:pt x="981" y="2128"/>
                    <a:pt x="1137" y="3108"/>
                    <a:pt x="1616" y="3386"/>
                  </a:cubicBezTo>
                  <a:cubicBezTo>
                    <a:pt x="1906" y="3554"/>
                    <a:pt x="2485" y="3598"/>
                    <a:pt x="2875" y="3487"/>
                  </a:cubicBezTo>
                  <a:cubicBezTo>
                    <a:pt x="2997" y="2618"/>
                    <a:pt x="2875" y="1148"/>
                    <a:pt x="2385" y="34"/>
                  </a:cubicBezTo>
                  <a:cubicBezTo>
                    <a:pt x="2095" y="11"/>
                    <a:pt x="1438" y="0"/>
                    <a:pt x="981" y="89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1809850" y="1592055"/>
              <a:ext cx="155590" cy="77352"/>
            </a:xfrm>
            <a:custGeom>
              <a:rect b="b" l="l" r="r" t="t"/>
              <a:pathLst>
                <a:path extrusionOk="0" h="881" w="1772">
                  <a:moveTo>
                    <a:pt x="145" y="880"/>
                  </a:moveTo>
                  <a:lnTo>
                    <a:pt x="0" y="412"/>
                  </a:lnTo>
                  <a:cubicBezTo>
                    <a:pt x="0" y="412"/>
                    <a:pt x="725" y="0"/>
                    <a:pt x="1660" y="134"/>
                  </a:cubicBezTo>
                  <a:cubicBezTo>
                    <a:pt x="1660" y="134"/>
                    <a:pt x="1749" y="345"/>
                    <a:pt x="1772" y="646"/>
                  </a:cubicBezTo>
                  <a:cubicBezTo>
                    <a:pt x="1772" y="646"/>
                    <a:pt x="1426" y="546"/>
                    <a:pt x="145" y="880"/>
                  </a:cubicBezTo>
                  <a:close/>
                </a:path>
              </a:pathLst>
            </a:custGeom>
            <a:gradFill>
              <a:gsLst>
                <a:gs pos="0">
                  <a:srgbClr val="9CFFFF"/>
                </a:gs>
                <a:gs pos="100000">
                  <a:srgbClr val="3C78D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1565312" y="1618396"/>
              <a:ext cx="92985" cy="130207"/>
            </a:xfrm>
            <a:custGeom>
              <a:rect b="b" l="l" r="r" t="t"/>
              <a:pathLst>
                <a:path extrusionOk="0" h="1483" w="1059">
                  <a:moveTo>
                    <a:pt x="535" y="1"/>
                  </a:moveTo>
                  <a:lnTo>
                    <a:pt x="1" y="190"/>
                  </a:lnTo>
                  <a:lnTo>
                    <a:pt x="268" y="1404"/>
                  </a:lnTo>
                  <a:cubicBezTo>
                    <a:pt x="268" y="1404"/>
                    <a:pt x="892" y="1482"/>
                    <a:pt x="1048" y="1471"/>
                  </a:cubicBezTo>
                  <a:cubicBezTo>
                    <a:pt x="1048" y="1471"/>
                    <a:pt x="1059" y="413"/>
                    <a:pt x="535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8"/>
            <p:cNvSpPr/>
            <p:nvPr/>
          </p:nvSpPr>
          <p:spPr>
            <a:xfrm>
              <a:off x="1545731" y="1632093"/>
              <a:ext cx="62693" cy="111594"/>
            </a:xfrm>
            <a:custGeom>
              <a:rect b="b" l="l" r="r" t="t"/>
              <a:pathLst>
                <a:path extrusionOk="0" h="1271" w="714">
                  <a:moveTo>
                    <a:pt x="636" y="580"/>
                  </a:moveTo>
                  <a:cubicBezTo>
                    <a:pt x="714" y="914"/>
                    <a:pt x="602" y="1226"/>
                    <a:pt x="491" y="1248"/>
                  </a:cubicBezTo>
                  <a:cubicBezTo>
                    <a:pt x="335" y="1271"/>
                    <a:pt x="135" y="1014"/>
                    <a:pt x="68" y="680"/>
                  </a:cubicBezTo>
                  <a:cubicBezTo>
                    <a:pt x="1" y="346"/>
                    <a:pt x="90" y="90"/>
                    <a:pt x="224" y="34"/>
                  </a:cubicBezTo>
                  <a:cubicBezTo>
                    <a:pt x="335" y="1"/>
                    <a:pt x="569" y="246"/>
                    <a:pt x="636" y="580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8"/>
            <p:cNvSpPr/>
            <p:nvPr/>
          </p:nvSpPr>
          <p:spPr>
            <a:xfrm>
              <a:off x="1840143" y="2233623"/>
              <a:ext cx="56810" cy="60670"/>
            </a:xfrm>
            <a:custGeom>
              <a:rect b="b" l="l" r="r" t="t"/>
              <a:pathLst>
                <a:path extrusionOk="0" h="691" w="647">
                  <a:moveTo>
                    <a:pt x="647" y="334"/>
                  </a:moveTo>
                  <a:cubicBezTo>
                    <a:pt x="647" y="513"/>
                    <a:pt x="513" y="669"/>
                    <a:pt x="346" y="680"/>
                  </a:cubicBezTo>
                  <a:cubicBezTo>
                    <a:pt x="179" y="691"/>
                    <a:pt x="23" y="557"/>
                    <a:pt x="12" y="368"/>
                  </a:cubicBezTo>
                  <a:cubicBezTo>
                    <a:pt x="1" y="167"/>
                    <a:pt x="146" y="0"/>
                    <a:pt x="335" y="0"/>
                  </a:cubicBezTo>
                  <a:cubicBezTo>
                    <a:pt x="502" y="0"/>
                    <a:pt x="647" y="156"/>
                    <a:pt x="647" y="334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8"/>
            <p:cNvSpPr/>
            <p:nvPr/>
          </p:nvSpPr>
          <p:spPr>
            <a:xfrm>
              <a:off x="1856826" y="2250218"/>
              <a:ext cx="26429" cy="27481"/>
            </a:xfrm>
            <a:custGeom>
              <a:rect b="b" l="l" r="r" t="t"/>
              <a:pathLst>
                <a:path extrusionOk="0" h="313" w="301">
                  <a:moveTo>
                    <a:pt x="301" y="157"/>
                  </a:moveTo>
                  <a:cubicBezTo>
                    <a:pt x="301" y="235"/>
                    <a:pt x="234" y="301"/>
                    <a:pt x="167" y="301"/>
                  </a:cubicBezTo>
                  <a:cubicBezTo>
                    <a:pt x="78" y="313"/>
                    <a:pt x="11" y="246"/>
                    <a:pt x="11" y="168"/>
                  </a:cubicBezTo>
                  <a:cubicBezTo>
                    <a:pt x="0" y="79"/>
                    <a:pt x="67" y="1"/>
                    <a:pt x="156" y="1"/>
                  </a:cubicBezTo>
                  <a:cubicBezTo>
                    <a:pt x="234" y="1"/>
                    <a:pt x="301" y="67"/>
                    <a:pt x="301" y="157"/>
                  </a:cubicBezTo>
                  <a:close/>
                </a:path>
              </a:pathLst>
            </a:custGeom>
            <a:gradFill>
              <a:gsLst>
                <a:gs pos="0">
                  <a:srgbClr val="3C78D8"/>
                </a:gs>
                <a:gs pos="100000">
                  <a:srgbClr val="9CFFFF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8"/>
            <p:cNvSpPr/>
            <p:nvPr/>
          </p:nvSpPr>
          <p:spPr>
            <a:xfrm>
              <a:off x="1973169" y="2208160"/>
              <a:ext cx="73493" cy="78318"/>
            </a:xfrm>
            <a:custGeom>
              <a:rect b="b" l="l" r="r" t="t"/>
              <a:pathLst>
                <a:path extrusionOk="0" h="892" w="837">
                  <a:moveTo>
                    <a:pt x="814" y="391"/>
                  </a:moveTo>
                  <a:cubicBezTo>
                    <a:pt x="836" y="613"/>
                    <a:pt x="702" y="814"/>
                    <a:pt x="502" y="858"/>
                  </a:cubicBezTo>
                  <a:cubicBezTo>
                    <a:pt x="290" y="892"/>
                    <a:pt x="79" y="747"/>
                    <a:pt x="45" y="513"/>
                  </a:cubicBezTo>
                  <a:cubicBezTo>
                    <a:pt x="1" y="279"/>
                    <a:pt x="157" y="56"/>
                    <a:pt x="379" y="23"/>
                  </a:cubicBezTo>
                  <a:cubicBezTo>
                    <a:pt x="602" y="1"/>
                    <a:pt x="792" y="168"/>
                    <a:pt x="814" y="391"/>
                  </a:cubicBezTo>
                  <a:close/>
                </a:path>
              </a:pathLst>
            </a:custGeom>
            <a:gradFill>
              <a:gsLst>
                <a:gs pos="0">
                  <a:srgbClr val="3C78D8"/>
                </a:gs>
                <a:gs pos="100000">
                  <a:srgbClr val="9CFFFF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8"/>
            <p:cNvSpPr/>
            <p:nvPr/>
          </p:nvSpPr>
          <p:spPr>
            <a:xfrm>
              <a:off x="1989852" y="2223789"/>
              <a:ext cx="44078" cy="46095"/>
            </a:xfrm>
            <a:custGeom>
              <a:rect b="b" l="l" r="r" t="t"/>
              <a:pathLst>
                <a:path extrusionOk="0" h="525" w="502">
                  <a:moveTo>
                    <a:pt x="479" y="235"/>
                  </a:moveTo>
                  <a:cubicBezTo>
                    <a:pt x="501" y="357"/>
                    <a:pt x="412" y="480"/>
                    <a:pt x="301" y="502"/>
                  </a:cubicBezTo>
                  <a:cubicBezTo>
                    <a:pt x="178" y="524"/>
                    <a:pt x="56" y="446"/>
                    <a:pt x="33" y="302"/>
                  </a:cubicBezTo>
                  <a:cubicBezTo>
                    <a:pt x="0" y="168"/>
                    <a:pt x="100" y="34"/>
                    <a:pt x="223" y="23"/>
                  </a:cubicBezTo>
                  <a:cubicBezTo>
                    <a:pt x="357" y="1"/>
                    <a:pt x="468" y="101"/>
                    <a:pt x="479" y="23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CCCC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8"/>
            <p:cNvSpPr/>
            <p:nvPr/>
          </p:nvSpPr>
          <p:spPr>
            <a:xfrm>
              <a:off x="1610356" y="3538270"/>
              <a:ext cx="192732" cy="169278"/>
            </a:xfrm>
            <a:custGeom>
              <a:rect b="b" l="l" r="r" t="t"/>
              <a:pathLst>
                <a:path extrusionOk="0" h="1928" w="2195">
                  <a:moveTo>
                    <a:pt x="947" y="157"/>
                  </a:moveTo>
                  <a:cubicBezTo>
                    <a:pt x="947" y="157"/>
                    <a:pt x="156" y="112"/>
                    <a:pt x="11" y="190"/>
                  </a:cubicBezTo>
                  <a:cubicBezTo>
                    <a:pt x="11" y="190"/>
                    <a:pt x="0" y="1404"/>
                    <a:pt x="134" y="1672"/>
                  </a:cubicBezTo>
                  <a:cubicBezTo>
                    <a:pt x="267" y="1928"/>
                    <a:pt x="2083" y="1683"/>
                    <a:pt x="2117" y="1538"/>
                  </a:cubicBezTo>
                  <a:cubicBezTo>
                    <a:pt x="2150" y="1393"/>
                    <a:pt x="2195" y="513"/>
                    <a:pt x="2094" y="79"/>
                  </a:cubicBezTo>
                  <a:cubicBezTo>
                    <a:pt x="2083" y="1"/>
                    <a:pt x="1381" y="246"/>
                    <a:pt x="947" y="157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8"/>
            <p:cNvSpPr/>
            <p:nvPr/>
          </p:nvSpPr>
          <p:spPr>
            <a:xfrm>
              <a:off x="1977120" y="3529490"/>
              <a:ext cx="180000" cy="162430"/>
            </a:xfrm>
            <a:custGeom>
              <a:rect b="b" l="l" r="r" t="t"/>
              <a:pathLst>
                <a:path extrusionOk="0" h="1850" w="2050">
                  <a:moveTo>
                    <a:pt x="1148" y="101"/>
                  </a:moveTo>
                  <a:cubicBezTo>
                    <a:pt x="1148" y="101"/>
                    <a:pt x="1905" y="34"/>
                    <a:pt x="2050" y="90"/>
                  </a:cubicBezTo>
                  <a:cubicBezTo>
                    <a:pt x="2050" y="90"/>
                    <a:pt x="2028" y="1326"/>
                    <a:pt x="1916" y="1582"/>
                  </a:cubicBezTo>
                  <a:cubicBezTo>
                    <a:pt x="1794" y="1850"/>
                    <a:pt x="89" y="1682"/>
                    <a:pt x="45" y="1538"/>
                  </a:cubicBezTo>
                  <a:cubicBezTo>
                    <a:pt x="23" y="1460"/>
                    <a:pt x="123" y="1181"/>
                    <a:pt x="112" y="847"/>
                  </a:cubicBezTo>
                  <a:cubicBezTo>
                    <a:pt x="101" y="580"/>
                    <a:pt x="0" y="279"/>
                    <a:pt x="34" y="78"/>
                  </a:cubicBezTo>
                  <a:cubicBezTo>
                    <a:pt x="45" y="0"/>
                    <a:pt x="713" y="101"/>
                    <a:pt x="1148" y="101"/>
                  </a:cubicBez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rgbClr val="000000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8"/>
            <p:cNvSpPr/>
            <p:nvPr/>
          </p:nvSpPr>
          <p:spPr>
            <a:xfrm>
              <a:off x="1651712" y="3407972"/>
              <a:ext cx="123015" cy="423547"/>
            </a:xfrm>
            <a:custGeom>
              <a:rect b="b" l="l" r="r" t="t"/>
              <a:pathLst>
                <a:path extrusionOk="0" h="4824" w="1401">
                  <a:moveTo>
                    <a:pt x="402" y="0"/>
                  </a:moveTo>
                  <a:cubicBezTo>
                    <a:pt x="183" y="0"/>
                    <a:pt x="0" y="251"/>
                    <a:pt x="8" y="750"/>
                  </a:cubicBezTo>
                  <a:cubicBezTo>
                    <a:pt x="19" y="1017"/>
                    <a:pt x="19" y="1251"/>
                    <a:pt x="19" y="1440"/>
                  </a:cubicBezTo>
                  <a:cubicBezTo>
                    <a:pt x="19" y="1774"/>
                    <a:pt x="19" y="2109"/>
                    <a:pt x="42" y="2443"/>
                  </a:cubicBezTo>
                  <a:cubicBezTo>
                    <a:pt x="53" y="2766"/>
                    <a:pt x="64" y="3122"/>
                    <a:pt x="108" y="3724"/>
                  </a:cubicBezTo>
                  <a:cubicBezTo>
                    <a:pt x="150" y="4346"/>
                    <a:pt x="307" y="4823"/>
                    <a:pt x="625" y="4823"/>
                  </a:cubicBezTo>
                  <a:cubicBezTo>
                    <a:pt x="649" y="4823"/>
                    <a:pt x="673" y="4821"/>
                    <a:pt x="699" y="4815"/>
                  </a:cubicBezTo>
                  <a:cubicBezTo>
                    <a:pt x="1400" y="4682"/>
                    <a:pt x="1233" y="2632"/>
                    <a:pt x="1178" y="2086"/>
                  </a:cubicBezTo>
                  <a:cubicBezTo>
                    <a:pt x="1111" y="1552"/>
                    <a:pt x="999" y="415"/>
                    <a:pt x="676" y="126"/>
                  </a:cubicBezTo>
                  <a:cubicBezTo>
                    <a:pt x="586" y="42"/>
                    <a:pt x="491" y="0"/>
                    <a:pt x="402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>
              <a:off x="1661722" y="3448273"/>
              <a:ext cx="99307" cy="343035"/>
            </a:xfrm>
            <a:custGeom>
              <a:rect b="b" l="l" r="r" t="t"/>
              <a:pathLst>
                <a:path extrusionOk="0" h="3907" w="1131">
                  <a:moveTo>
                    <a:pt x="328" y="1"/>
                  </a:moveTo>
                  <a:cubicBezTo>
                    <a:pt x="149" y="1"/>
                    <a:pt x="1" y="205"/>
                    <a:pt x="17" y="602"/>
                  </a:cubicBezTo>
                  <a:cubicBezTo>
                    <a:pt x="17" y="825"/>
                    <a:pt x="17" y="1015"/>
                    <a:pt x="17" y="1171"/>
                  </a:cubicBezTo>
                  <a:cubicBezTo>
                    <a:pt x="17" y="1438"/>
                    <a:pt x="28" y="1705"/>
                    <a:pt x="39" y="1984"/>
                  </a:cubicBezTo>
                  <a:cubicBezTo>
                    <a:pt x="50" y="2240"/>
                    <a:pt x="61" y="2530"/>
                    <a:pt x="95" y="3020"/>
                  </a:cubicBezTo>
                  <a:cubicBezTo>
                    <a:pt x="126" y="3516"/>
                    <a:pt x="253" y="3907"/>
                    <a:pt x="511" y="3907"/>
                  </a:cubicBezTo>
                  <a:cubicBezTo>
                    <a:pt x="531" y="3907"/>
                    <a:pt x="552" y="3904"/>
                    <a:pt x="574" y="3900"/>
                  </a:cubicBezTo>
                  <a:cubicBezTo>
                    <a:pt x="1131" y="3799"/>
                    <a:pt x="997" y="2128"/>
                    <a:pt x="952" y="1694"/>
                  </a:cubicBezTo>
                  <a:cubicBezTo>
                    <a:pt x="908" y="1260"/>
                    <a:pt x="819" y="335"/>
                    <a:pt x="551" y="101"/>
                  </a:cubicBezTo>
                  <a:cubicBezTo>
                    <a:pt x="478" y="34"/>
                    <a:pt x="401" y="1"/>
                    <a:pt x="328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1652415" y="3540289"/>
              <a:ext cx="107649" cy="166293"/>
            </a:xfrm>
            <a:custGeom>
              <a:rect b="b" l="l" r="r" t="t"/>
              <a:pathLst>
                <a:path extrusionOk="0" h="1894" w="1226">
                  <a:moveTo>
                    <a:pt x="1225" y="947"/>
                  </a:moveTo>
                  <a:cubicBezTo>
                    <a:pt x="1225" y="1470"/>
                    <a:pt x="947" y="1894"/>
                    <a:pt x="613" y="1894"/>
                  </a:cubicBezTo>
                  <a:cubicBezTo>
                    <a:pt x="279" y="1894"/>
                    <a:pt x="0" y="1470"/>
                    <a:pt x="0" y="947"/>
                  </a:cubicBezTo>
                  <a:cubicBezTo>
                    <a:pt x="0" y="423"/>
                    <a:pt x="279" y="0"/>
                    <a:pt x="613" y="0"/>
                  </a:cubicBezTo>
                  <a:cubicBezTo>
                    <a:pt x="947" y="0"/>
                    <a:pt x="1225" y="423"/>
                    <a:pt x="1225" y="947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8"/>
            <p:cNvSpPr/>
            <p:nvPr/>
          </p:nvSpPr>
          <p:spPr>
            <a:xfrm>
              <a:off x="1670942" y="3567596"/>
              <a:ext cx="71473" cy="111594"/>
            </a:xfrm>
            <a:custGeom>
              <a:rect b="b" l="l" r="r" t="t"/>
              <a:pathLst>
                <a:path extrusionOk="0" h="1271" w="814">
                  <a:moveTo>
                    <a:pt x="814" y="636"/>
                  </a:moveTo>
                  <a:cubicBezTo>
                    <a:pt x="814" y="981"/>
                    <a:pt x="625" y="1271"/>
                    <a:pt x="402" y="1271"/>
                  </a:cubicBezTo>
                  <a:cubicBezTo>
                    <a:pt x="179" y="1271"/>
                    <a:pt x="1" y="981"/>
                    <a:pt x="1" y="636"/>
                  </a:cubicBezTo>
                  <a:cubicBezTo>
                    <a:pt x="1" y="279"/>
                    <a:pt x="179" y="1"/>
                    <a:pt x="402" y="1"/>
                  </a:cubicBezTo>
                  <a:cubicBezTo>
                    <a:pt x="625" y="1"/>
                    <a:pt x="814" y="279"/>
                    <a:pt x="814" y="636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8"/>
            <p:cNvSpPr/>
            <p:nvPr/>
          </p:nvSpPr>
          <p:spPr>
            <a:xfrm>
              <a:off x="2096448" y="3406567"/>
              <a:ext cx="81220" cy="395188"/>
            </a:xfrm>
            <a:custGeom>
              <a:rect b="b" l="l" r="r" t="t"/>
              <a:pathLst>
                <a:path extrusionOk="0" h="4501" w="925">
                  <a:moveTo>
                    <a:pt x="671" y="0"/>
                  </a:moveTo>
                  <a:cubicBezTo>
                    <a:pt x="591" y="0"/>
                    <a:pt x="514" y="64"/>
                    <a:pt x="446" y="153"/>
                  </a:cubicBezTo>
                  <a:cubicBezTo>
                    <a:pt x="212" y="454"/>
                    <a:pt x="112" y="855"/>
                    <a:pt x="67" y="1233"/>
                  </a:cubicBezTo>
                  <a:cubicBezTo>
                    <a:pt x="23" y="1579"/>
                    <a:pt x="11" y="1935"/>
                    <a:pt x="0" y="2280"/>
                  </a:cubicBezTo>
                  <a:cubicBezTo>
                    <a:pt x="0" y="2470"/>
                    <a:pt x="0" y="2670"/>
                    <a:pt x="11" y="2860"/>
                  </a:cubicBezTo>
                  <a:cubicBezTo>
                    <a:pt x="11" y="3049"/>
                    <a:pt x="23" y="3238"/>
                    <a:pt x="23" y="3428"/>
                  </a:cubicBezTo>
                  <a:cubicBezTo>
                    <a:pt x="34" y="3717"/>
                    <a:pt x="45" y="4096"/>
                    <a:pt x="223" y="4341"/>
                  </a:cubicBezTo>
                  <a:cubicBezTo>
                    <a:pt x="277" y="4414"/>
                    <a:pt x="376" y="4501"/>
                    <a:pt x="471" y="4501"/>
                  </a:cubicBezTo>
                  <a:cubicBezTo>
                    <a:pt x="493" y="4501"/>
                    <a:pt x="514" y="4496"/>
                    <a:pt x="535" y="4486"/>
                  </a:cubicBezTo>
                  <a:cubicBezTo>
                    <a:pt x="669" y="4419"/>
                    <a:pt x="680" y="4208"/>
                    <a:pt x="680" y="4085"/>
                  </a:cubicBezTo>
                  <a:cubicBezTo>
                    <a:pt x="702" y="3851"/>
                    <a:pt x="680" y="3617"/>
                    <a:pt x="669" y="3383"/>
                  </a:cubicBezTo>
                  <a:cubicBezTo>
                    <a:pt x="669" y="3183"/>
                    <a:pt x="691" y="2960"/>
                    <a:pt x="713" y="2759"/>
                  </a:cubicBezTo>
                  <a:cubicBezTo>
                    <a:pt x="735" y="2570"/>
                    <a:pt x="758" y="2381"/>
                    <a:pt x="780" y="2202"/>
                  </a:cubicBezTo>
                  <a:cubicBezTo>
                    <a:pt x="802" y="2013"/>
                    <a:pt x="758" y="1311"/>
                    <a:pt x="836" y="810"/>
                  </a:cubicBezTo>
                  <a:cubicBezTo>
                    <a:pt x="869" y="565"/>
                    <a:pt x="925" y="209"/>
                    <a:pt x="825" y="86"/>
                  </a:cubicBezTo>
                  <a:cubicBezTo>
                    <a:pt x="773" y="26"/>
                    <a:pt x="721" y="0"/>
                    <a:pt x="671" y="0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2103297" y="3441600"/>
              <a:ext cx="66556" cy="324684"/>
            </a:xfrm>
            <a:custGeom>
              <a:rect b="b" l="l" r="r" t="t"/>
              <a:pathLst>
                <a:path extrusionOk="0" h="3698" w="758">
                  <a:moveTo>
                    <a:pt x="554" y="0"/>
                  </a:moveTo>
                  <a:cubicBezTo>
                    <a:pt x="487" y="0"/>
                    <a:pt x="423" y="52"/>
                    <a:pt x="368" y="122"/>
                  </a:cubicBezTo>
                  <a:cubicBezTo>
                    <a:pt x="167" y="378"/>
                    <a:pt x="89" y="701"/>
                    <a:pt x="45" y="1013"/>
                  </a:cubicBezTo>
                  <a:cubicBezTo>
                    <a:pt x="22" y="1302"/>
                    <a:pt x="0" y="1592"/>
                    <a:pt x="0" y="1870"/>
                  </a:cubicBezTo>
                  <a:cubicBezTo>
                    <a:pt x="0" y="2026"/>
                    <a:pt x="0" y="2193"/>
                    <a:pt x="0" y="2349"/>
                  </a:cubicBezTo>
                  <a:cubicBezTo>
                    <a:pt x="11" y="2505"/>
                    <a:pt x="11" y="2661"/>
                    <a:pt x="11" y="2817"/>
                  </a:cubicBezTo>
                  <a:cubicBezTo>
                    <a:pt x="22" y="3062"/>
                    <a:pt x="34" y="3363"/>
                    <a:pt x="178" y="3575"/>
                  </a:cubicBezTo>
                  <a:cubicBezTo>
                    <a:pt x="224" y="3629"/>
                    <a:pt x="306" y="3698"/>
                    <a:pt x="389" y="3698"/>
                  </a:cubicBezTo>
                  <a:cubicBezTo>
                    <a:pt x="408" y="3698"/>
                    <a:pt x="427" y="3694"/>
                    <a:pt x="446" y="3686"/>
                  </a:cubicBezTo>
                  <a:cubicBezTo>
                    <a:pt x="546" y="3641"/>
                    <a:pt x="557" y="3463"/>
                    <a:pt x="557" y="3363"/>
                  </a:cubicBezTo>
                  <a:cubicBezTo>
                    <a:pt x="568" y="3162"/>
                    <a:pt x="557" y="2973"/>
                    <a:pt x="546" y="2784"/>
                  </a:cubicBezTo>
                  <a:cubicBezTo>
                    <a:pt x="546" y="2617"/>
                    <a:pt x="568" y="2438"/>
                    <a:pt x="579" y="2271"/>
                  </a:cubicBezTo>
                  <a:cubicBezTo>
                    <a:pt x="602" y="2115"/>
                    <a:pt x="624" y="1959"/>
                    <a:pt x="635" y="1803"/>
                  </a:cubicBezTo>
                  <a:cubicBezTo>
                    <a:pt x="657" y="1659"/>
                    <a:pt x="624" y="1079"/>
                    <a:pt x="680" y="667"/>
                  </a:cubicBezTo>
                  <a:cubicBezTo>
                    <a:pt x="713" y="467"/>
                    <a:pt x="758" y="166"/>
                    <a:pt x="680" y="66"/>
                  </a:cubicBezTo>
                  <a:cubicBezTo>
                    <a:pt x="638" y="19"/>
                    <a:pt x="595" y="0"/>
                    <a:pt x="554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8"/>
            <p:cNvSpPr/>
            <p:nvPr/>
          </p:nvSpPr>
          <p:spPr>
            <a:xfrm>
              <a:off x="2083716" y="3508944"/>
              <a:ext cx="101766" cy="167347"/>
            </a:xfrm>
            <a:custGeom>
              <a:rect b="b" l="l" r="r" t="t"/>
              <a:pathLst>
                <a:path extrusionOk="0" h="1906" w="1159">
                  <a:moveTo>
                    <a:pt x="1159" y="959"/>
                  </a:moveTo>
                  <a:cubicBezTo>
                    <a:pt x="1159" y="1482"/>
                    <a:pt x="903" y="1905"/>
                    <a:pt x="580" y="1905"/>
                  </a:cubicBezTo>
                  <a:cubicBezTo>
                    <a:pt x="257" y="1905"/>
                    <a:pt x="0" y="1482"/>
                    <a:pt x="0" y="959"/>
                  </a:cubicBezTo>
                  <a:cubicBezTo>
                    <a:pt x="0" y="424"/>
                    <a:pt x="257" y="1"/>
                    <a:pt x="580" y="1"/>
                  </a:cubicBezTo>
                  <a:cubicBezTo>
                    <a:pt x="903" y="1"/>
                    <a:pt x="1159" y="424"/>
                    <a:pt x="1159" y="959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8"/>
            <p:cNvSpPr/>
            <p:nvPr/>
          </p:nvSpPr>
          <p:spPr>
            <a:xfrm>
              <a:off x="2119892" y="3539236"/>
              <a:ext cx="65590" cy="107731"/>
            </a:xfrm>
            <a:custGeom>
              <a:rect b="b" l="l" r="r" t="t"/>
              <a:pathLst>
                <a:path extrusionOk="0" h="1227" w="747">
                  <a:moveTo>
                    <a:pt x="747" y="614"/>
                  </a:moveTo>
                  <a:cubicBezTo>
                    <a:pt x="747" y="948"/>
                    <a:pt x="580" y="1226"/>
                    <a:pt x="379" y="1226"/>
                  </a:cubicBezTo>
                  <a:cubicBezTo>
                    <a:pt x="168" y="1226"/>
                    <a:pt x="1" y="948"/>
                    <a:pt x="1" y="614"/>
                  </a:cubicBezTo>
                  <a:cubicBezTo>
                    <a:pt x="1" y="268"/>
                    <a:pt x="168" y="1"/>
                    <a:pt x="379" y="1"/>
                  </a:cubicBezTo>
                  <a:cubicBezTo>
                    <a:pt x="580" y="1"/>
                    <a:pt x="747" y="268"/>
                    <a:pt x="747" y="614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8"/>
            <p:cNvSpPr/>
            <p:nvPr/>
          </p:nvSpPr>
          <p:spPr>
            <a:xfrm>
              <a:off x="1657244" y="4299160"/>
              <a:ext cx="92985" cy="121427"/>
            </a:xfrm>
            <a:custGeom>
              <a:rect b="b" l="l" r="r" t="t"/>
              <a:pathLst>
                <a:path extrusionOk="0" h="1383" w="1059">
                  <a:moveTo>
                    <a:pt x="90" y="291"/>
                  </a:moveTo>
                  <a:cubicBezTo>
                    <a:pt x="45" y="357"/>
                    <a:pt x="23" y="469"/>
                    <a:pt x="1" y="580"/>
                  </a:cubicBezTo>
                  <a:cubicBezTo>
                    <a:pt x="34" y="992"/>
                    <a:pt x="45" y="1271"/>
                    <a:pt x="45" y="1271"/>
                  </a:cubicBezTo>
                  <a:cubicBezTo>
                    <a:pt x="45" y="1271"/>
                    <a:pt x="547" y="1382"/>
                    <a:pt x="992" y="1304"/>
                  </a:cubicBezTo>
                  <a:cubicBezTo>
                    <a:pt x="1014" y="1093"/>
                    <a:pt x="1059" y="614"/>
                    <a:pt x="981" y="357"/>
                  </a:cubicBezTo>
                  <a:cubicBezTo>
                    <a:pt x="870" y="34"/>
                    <a:pt x="279" y="1"/>
                    <a:pt x="90" y="291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8"/>
            <p:cNvSpPr/>
            <p:nvPr/>
          </p:nvSpPr>
          <p:spPr>
            <a:xfrm>
              <a:off x="2050438" y="4276683"/>
              <a:ext cx="75424" cy="114491"/>
            </a:xfrm>
            <a:custGeom>
              <a:rect b="b" l="l" r="r" t="t"/>
              <a:pathLst>
                <a:path extrusionOk="0" h="1304" w="859">
                  <a:moveTo>
                    <a:pt x="90" y="324"/>
                  </a:moveTo>
                  <a:cubicBezTo>
                    <a:pt x="1" y="591"/>
                    <a:pt x="56" y="1115"/>
                    <a:pt x="79" y="1304"/>
                  </a:cubicBezTo>
                  <a:cubicBezTo>
                    <a:pt x="223" y="1293"/>
                    <a:pt x="368" y="1271"/>
                    <a:pt x="491" y="1237"/>
                  </a:cubicBezTo>
                  <a:cubicBezTo>
                    <a:pt x="702" y="1181"/>
                    <a:pt x="836" y="1126"/>
                    <a:pt x="836" y="1126"/>
                  </a:cubicBezTo>
                  <a:cubicBezTo>
                    <a:pt x="836" y="936"/>
                    <a:pt x="847" y="580"/>
                    <a:pt x="858" y="134"/>
                  </a:cubicBezTo>
                  <a:cubicBezTo>
                    <a:pt x="613" y="1"/>
                    <a:pt x="179" y="45"/>
                    <a:pt x="90" y="324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8"/>
            <p:cNvSpPr/>
            <p:nvPr/>
          </p:nvSpPr>
          <p:spPr>
            <a:xfrm>
              <a:off x="1756991" y="4435078"/>
              <a:ext cx="53912" cy="97985"/>
            </a:xfrm>
            <a:custGeom>
              <a:rect b="b" l="l" r="r" t="t"/>
              <a:pathLst>
                <a:path extrusionOk="0" h="1116" w="614">
                  <a:moveTo>
                    <a:pt x="267" y="1"/>
                  </a:moveTo>
                  <a:cubicBezTo>
                    <a:pt x="264" y="1"/>
                    <a:pt x="260" y="1"/>
                    <a:pt x="257" y="1"/>
                  </a:cubicBezTo>
                  <a:cubicBezTo>
                    <a:pt x="101" y="12"/>
                    <a:pt x="1" y="280"/>
                    <a:pt x="23" y="580"/>
                  </a:cubicBezTo>
                  <a:cubicBezTo>
                    <a:pt x="56" y="885"/>
                    <a:pt x="195" y="1116"/>
                    <a:pt x="347" y="1116"/>
                  </a:cubicBezTo>
                  <a:cubicBezTo>
                    <a:pt x="350" y="1116"/>
                    <a:pt x="354" y="1115"/>
                    <a:pt x="357" y="1115"/>
                  </a:cubicBezTo>
                  <a:cubicBezTo>
                    <a:pt x="513" y="1093"/>
                    <a:pt x="614" y="837"/>
                    <a:pt x="580" y="525"/>
                  </a:cubicBezTo>
                  <a:cubicBezTo>
                    <a:pt x="558" y="231"/>
                    <a:pt x="409" y="1"/>
                    <a:pt x="267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8"/>
            <p:cNvSpPr/>
            <p:nvPr/>
          </p:nvSpPr>
          <p:spPr>
            <a:xfrm>
              <a:off x="1768757" y="4456677"/>
              <a:ext cx="29415" cy="53909"/>
            </a:xfrm>
            <a:custGeom>
              <a:rect b="b" l="l" r="r" t="t"/>
              <a:pathLst>
                <a:path extrusionOk="0" h="614" w="335">
                  <a:moveTo>
                    <a:pt x="145" y="0"/>
                  </a:moveTo>
                  <a:cubicBezTo>
                    <a:pt x="56" y="11"/>
                    <a:pt x="1" y="156"/>
                    <a:pt x="23" y="323"/>
                  </a:cubicBezTo>
                  <a:cubicBezTo>
                    <a:pt x="34" y="484"/>
                    <a:pt x="106" y="614"/>
                    <a:pt x="191" y="614"/>
                  </a:cubicBezTo>
                  <a:cubicBezTo>
                    <a:pt x="194" y="614"/>
                    <a:pt x="198" y="613"/>
                    <a:pt x="201" y="613"/>
                  </a:cubicBezTo>
                  <a:cubicBezTo>
                    <a:pt x="279" y="602"/>
                    <a:pt x="335" y="468"/>
                    <a:pt x="324" y="290"/>
                  </a:cubicBezTo>
                  <a:cubicBezTo>
                    <a:pt x="313" y="123"/>
                    <a:pt x="223" y="0"/>
                    <a:pt x="145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8"/>
            <p:cNvSpPr/>
            <p:nvPr/>
          </p:nvSpPr>
          <p:spPr>
            <a:xfrm>
              <a:off x="1984935" y="4419449"/>
              <a:ext cx="65590" cy="98951"/>
            </a:xfrm>
            <a:custGeom>
              <a:rect b="b" l="l" r="r" t="t"/>
              <a:pathLst>
                <a:path extrusionOk="0" h="1127" w="747">
                  <a:moveTo>
                    <a:pt x="346" y="1"/>
                  </a:moveTo>
                  <a:cubicBezTo>
                    <a:pt x="145" y="12"/>
                    <a:pt x="0" y="268"/>
                    <a:pt x="12" y="580"/>
                  </a:cubicBezTo>
                  <a:cubicBezTo>
                    <a:pt x="22" y="885"/>
                    <a:pt x="193" y="1126"/>
                    <a:pt x="388" y="1126"/>
                  </a:cubicBezTo>
                  <a:cubicBezTo>
                    <a:pt x="393" y="1126"/>
                    <a:pt x="397" y="1126"/>
                    <a:pt x="401" y="1126"/>
                  </a:cubicBezTo>
                  <a:cubicBezTo>
                    <a:pt x="602" y="1115"/>
                    <a:pt x="747" y="859"/>
                    <a:pt x="736" y="547"/>
                  </a:cubicBezTo>
                  <a:cubicBezTo>
                    <a:pt x="724" y="235"/>
                    <a:pt x="546" y="1"/>
                    <a:pt x="346" y="1"/>
                  </a:cubicBezTo>
                  <a:close/>
                </a:path>
              </a:pathLst>
            </a:custGeom>
            <a:gradFill>
              <a:gsLst>
                <a:gs pos="0">
                  <a:srgbClr val="CCCCCC"/>
                </a:gs>
                <a:gs pos="100000">
                  <a:srgbClr val="767676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8"/>
            <p:cNvSpPr/>
            <p:nvPr/>
          </p:nvSpPr>
          <p:spPr>
            <a:xfrm>
              <a:off x="1999598" y="4442014"/>
              <a:ext cx="36263" cy="53909"/>
            </a:xfrm>
            <a:custGeom>
              <a:rect b="b" l="l" r="r" t="t"/>
              <a:pathLst>
                <a:path extrusionOk="0" h="614" w="413">
                  <a:moveTo>
                    <a:pt x="190" y="0"/>
                  </a:moveTo>
                  <a:cubicBezTo>
                    <a:pt x="78" y="0"/>
                    <a:pt x="0" y="145"/>
                    <a:pt x="12" y="312"/>
                  </a:cubicBezTo>
                  <a:cubicBezTo>
                    <a:pt x="12" y="483"/>
                    <a:pt x="104" y="613"/>
                    <a:pt x="210" y="613"/>
                  </a:cubicBezTo>
                  <a:cubicBezTo>
                    <a:pt x="215" y="613"/>
                    <a:pt x="219" y="613"/>
                    <a:pt x="223" y="613"/>
                  </a:cubicBezTo>
                  <a:cubicBezTo>
                    <a:pt x="335" y="613"/>
                    <a:pt x="413" y="468"/>
                    <a:pt x="401" y="301"/>
                  </a:cubicBezTo>
                  <a:cubicBezTo>
                    <a:pt x="401" y="123"/>
                    <a:pt x="301" y="0"/>
                    <a:pt x="19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1964388" y="2745068"/>
              <a:ext cx="84205" cy="118442"/>
            </a:xfrm>
            <a:custGeom>
              <a:rect b="b" l="l" r="r" t="t"/>
              <a:pathLst>
                <a:path extrusionOk="0" h="1349" w="959">
                  <a:moveTo>
                    <a:pt x="268" y="135"/>
                  </a:moveTo>
                  <a:cubicBezTo>
                    <a:pt x="268" y="135"/>
                    <a:pt x="0" y="458"/>
                    <a:pt x="56" y="1104"/>
                  </a:cubicBezTo>
                  <a:cubicBezTo>
                    <a:pt x="56" y="1104"/>
                    <a:pt x="246" y="1349"/>
                    <a:pt x="624" y="1249"/>
                  </a:cubicBezTo>
                  <a:cubicBezTo>
                    <a:pt x="624" y="1249"/>
                    <a:pt x="702" y="502"/>
                    <a:pt x="958" y="190"/>
                  </a:cubicBezTo>
                  <a:cubicBezTo>
                    <a:pt x="958" y="190"/>
                    <a:pt x="580" y="1"/>
                    <a:pt x="268" y="135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8"/>
            <p:cNvSpPr/>
            <p:nvPr/>
          </p:nvSpPr>
          <p:spPr>
            <a:xfrm>
              <a:off x="2423085" y="2729440"/>
              <a:ext cx="98868" cy="80337"/>
            </a:xfrm>
            <a:custGeom>
              <a:rect b="b" l="l" r="r" t="t"/>
              <a:pathLst>
                <a:path extrusionOk="0" h="915" w="1126">
                  <a:moveTo>
                    <a:pt x="636" y="1"/>
                  </a:moveTo>
                  <a:cubicBezTo>
                    <a:pt x="636" y="1"/>
                    <a:pt x="268" y="123"/>
                    <a:pt x="1" y="725"/>
                  </a:cubicBezTo>
                  <a:cubicBezTo>
                    <a:pt x="1" y="725"/>
                    <a:pt x="123" y="825"/>
                    <a:pt x="446" y="914"/>
                  </a:cubicBezTo>
                  <a:cubicBezTo>
                    <a:pt x="446" y="914"/>
                    <a:pt x="769" y="379"/>
                    <a:pt x="1126" y="212"/>
                  </a:cubicBezTo>
                  <a:cubicBezTo>
                    <a:pt x="1126" y="212"/>
                    <a:pt x="892" y="1"/>
                    <a:pt x="636" y="1"/>
                  </a:cubicBezTo>
                  <a:close/>
                </a:path>
              </a:pathLst>
            </a:custGeom>
            <a:gradFill>
              <a:gsLst>
                <a:gs pos="0">
                  <a:srgbClr val="FF9966"/>
                </a:gs>
                <a:gs pos="100000">
                  <a:srgbClr val="EA5E64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FFFFFF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9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References</a:t>
            </a:r>
            <a:endParaRPr sz="2400"/>
          </a:p>
        </p:txBody>
      </p:sp>
      <p:sp>
        <p:nvSpPr>
          <p:cNvPr id="465" name="Google Shape;465;p39"/>
          <p:cNvSpPr txBox="1"/>
          <p:nvPr>
            <p:ph idx="1" type="body"/>
          </p:nvPr>
        </p:nvSpPr>
        <p:spPr>
          <a:xfrm>
            <a:off x="713100" y="1407300"/>
            <a:ext cx="7929600" cy="25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Akbari, Behzad, et al. “A Factor Graph Model of Trust for a Collaborative Multi-Agent System.” arXiv, 10 Feb. 2024, </a:t>
            </a:r>
            <a:r>
              <a:rPr lang="en" u="sng">
                <a:solidFill>
                  <a:schemeClr val="hlink"/>
                </a:solidFill>
                <a:hlinkClick r:id="rId3"/>
              </a:rPr>
              <a:t>arxiv.org/abs/2402.07049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Jameil, Ahmed K., and Hamed Al-Raweshidy. “Quantum-Enhanced Digital Twin IoT for Efficient Healthcare Task Offloading.” Discover Applied Sciences, vol. 7, 2025, article no. 525,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https://link.springer.com/article/10.1007/s42452-025-07101-2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Goeckner, A., Sui, Y., Martinet, N., Li, X., &amp; Zhu, Q. (2024). Graph Neural Network–based multi-agent reinforcement learning for resilient distributed coordination of multi-robot systems. IEEE Transactions on Robotics.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https://doi.org/10.1109/TRO.2024.XXXXX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39"/>
          <p:cNvGrpSpPr/>
          <p:nvPr/>
        </p:nvGrpSpPr>
        <p:grpSpPr>
          <a:xfrm>
            <a:off x="6993742" y="3522494"/>
            <a:ext cx="1322952" cy="1380437"/>
            <a:chOff x="4051535" y="2756900"/>
            <a:chExt cx="1665347" cy="1842303"/>
          </a:xfrm>
        </p:grpSpPr>
        <p:sp>
          <p:nvSpPr>
            <p:cNvPr id="467" name="Google Shape;467;p39"/>
            <p:cNvSpPr/>
            <p:nvPr/>
          </p:nvSpPr>
          <p:spPr>
            <a:xfrm>
              <a:off x="5147385" y="3426300"/>
              <a:ext cx="392731" cy="484568"/>
            </a:xfrm>
            <a:custGeom>
              <a:rect b="b" l="l" r="r" t="t"/>
              <a:pathLst>
                <a:path extrusionOk="0" h="5403" w="4379">
                  <a:moveTo>
                    <a:pt x="1" y="0"/>
                  </a:moveTo>
                  <a:lnTo>
                    <a:pt x="1594" y="223"/>
                  </a:lnTo>
                  <a:cubicBezTo>
                    <a:pt x="1594" y="223"/>
                    <a:pt x="2819" y="3487"/>
                    <a:pt x="4378" y="4333"/>
                  </a:cubicBezTo>
                  <a:cubicBezTo>
                    <a:pt x="4378" y="4333"/>
                    <a:pt x="3955" y="5402"/>
                    <a:pt x="3933" y="5358"/>
                  </a:cubicBezTo>
                  <a:cubicBezTo>
                    <a:pt x="3922" y="5302"/>
                    <a:pt x="647" y="4211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5402178" y="3692034"/>
              <a:ext cx="314705" cy="331745"/>
            </a:xfrm>
            <a:custGeom>
              <a:rect b="b" l="l" r="r" t="t"/>
              <a:pathLst>
                <a:path extrusionOk="0" h="3699" w="3509">
                  <a:moveTo>
                    <a:pt x="3509" y="1526"/>
                  </a:moveTo>
                  <a:cubicBezTo>
                    <a:pt x="3509" y="1526"/>
                    <a:pt x="1816" y="0"/>
                    <a:pt x="902" y="1593"/>
                  </a:cubicBezTo>
                  <a:cubicBezTo>
                    <a:pt x="0" y="3186"/>
                    <a:pt x="2484" y="3698"/>
                    <a:pt x="2484" y="3698"/>
                  </a:cubicBezTo>
                  <a:lnTo>
                    <a:pt x="2785" y="3063"/>
                  </a:lnTo>
                  <a:cubicBezTo>
                    <a:pt x="2785" y="3063"/>
                    <a:pt x="1716" y="2707"/>
                    <a:pt x="1849" y="2105"/>
                  </a:cubicBezTo>
                  <a:cubicBezTo>
                    <a:pt x="1972" y="1504"/>
                    <a:pt x="3152" y="2183"/>
                    <a:pt x="3152" y="2183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5165412" y="3392310"/>
              <a:ext cx="213809" cy="226634"/>
            </a:xfrm>
            <a:custGeom>
              <a:rect b="b" l="l" r="r" t="t"/>
              <a:pathLst>
                <a:path extrusionOk="0" h="2527" w="2384">
                  <a:moveTo>
                    <a:pt x="0" y="0"/>
                  </a:moveTo>
                  <a:cubicBezTo>
                    <a:pt x="0" y="0"/>
                    <a:pt x="515" y="2526"/>
                    <a:pt x="1344" y="2526"/>
                  </a:cubicBezTo>
                  <a:cubicBezTo>
                    <a:pt x="1385" y="2526"/>
                    <a:pt x="1428" y="2520"/>
                    <a:pt x="1471" y="2507"/>
                  </a:cubicBezTo>
                  <a:cubicBezTo>
                    <a:pt x="2384" y="2228"/>
                    <a:pt x="2228" y="780"/>
                    <a:pt x="1905" y="468"/>
                  </a:cubicBezTo>
                  <a:cubicBezTo>
                    <a:pt x="1582" y="156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9"/>
            <p:cNvSpPr/>
            <p:nvPr/>
          </p:nvSpPr>
          <p:spPr>
            <a:xfrm>
              <a:off x="4730803" y="3112586"/>
              <a:ext cx="317754" cy="250849"/>
            </a:xfrm>
            <a:custGeom>
              <a:rect b="b" l="l" r="r" t="t"/>
              <a:pathLst>
                <a:path extrusionOk="0" h="2797" w="3543">
                  <a:moveTo>
                    <a:pt x="246" y="0"/>
                  </a:moveTo>
                  <a:lnTo>
                    <a:pt x="1" y="2373"/>
                  </a:lnTo>
                  <a:lnTo>
                    <a:pt x="1850" y="2796"/>
                  </a:lnTo>
                  <a:lnTo>
                    <a:pt x="3543" y="2250"/>
                  </a:lnTo>
                  <a:lnTo>
                    <a:pt x="3354" y="16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4451078" y="2756900"/>
              <a:ext cx="810304" cy="451654"/>
            </a:xfrm>
            <a:custGeom>
              <a:rect b="b" l="l" r="r" t="t"/>
              <a:pathLst>
                <a:path extrusionOk="0" h="5036" w="9035">
                  <a:moveTo>
                    <a:pt x="9035" y="79"/>
                  </a:moveTo>
                  <a:cubicBezTo>
                    <a:pt x="9035" y="79"/>
                    <a:pt x="4078" y="1"/>
                    <a:pt x="2039" y="1182"/>
                  </a:cubicBezTo>
                  <a:cubicBezTo>
                    <a:pt x="1" y="2362"/>
                    <a:pt x="1482" y="4033"/>
                    <a:pt x="2273" y="4401"/>
                  </a:cubicBezTo>
                  <a:cubicBezTo>
                    <a:pt x="3075" y="4768"/>
                    <a:pt x="6150" y="5036"/>
                    <a:pt x="9035" y="432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4051535" y="3282448"/>
              <a:ext cx="1518546" cy="1316755"/>
            </a:xfrm>
            <a:custGeom>
              <a:rect b="b" l="l" r="r" t="t"/>
              <a:pathLst>
                <a:path extrusionOk="0" h="14682" w="16932">
                  <a:moveTo>
                    <a:pt x="11083" y="0"/>
                  </a:moveTo>
                  <a:cubicBezTo>
                    <a:pt x="11083" y="0"/>
                    <a:pt x="9869" y="546"/>
                    <a:pt x="9346" y="379"/>
                  </a:cubicBezTo>
                  <a:cubicBezTo>
                    <a:pt x="8822" y="212"/>
                    <a:pt x="7619" y="100"/>
                    <a:pt x="7619" y="100"/>
                  </a:cubicBezTo>
                  <a:cubicBezTo>
                    <a:pt x="7619" y="100"/>
                    <a:pt x="5648" y="1136"/>
                    <a:pt x="4311" y="2829"/>
                  </a:cubicBezTo>
                  <a:cubicBezTo>
                    <a:pt x="2974" y="4522"/>
                    <a:pt x="891" y="8700"/>
                    <a:pt x="446" y="10771"/>
                  </a:cubicBezTo>
                  <a:cubicBezTo>
                    <a:pt x="0" y="12843"/>
                    <a:pt x="290" y="12777"/>
                    <a:pt x="535" y="12955"/>
                  </a:cubicBezTo>
                  <a:cubicBezTo>
                    <a:pt x="769" y="13133"/>
                    <a:pt x="6349" y="14681"/>
                    <a:pt x="9479" y="14347"/>
                  </a:cubicBezTo>
                  <a:cubicBezTo>
                    <a:pt x="12598" y="14013"/>
                    <a:pt x="16575" y="12598"/>
                    <a:pt x="16742" y="12264"/>
                  </a:cubicBezTo>
                  <a:cubicBezTo>
                    <a:pt x="16909" y="11930"/>
                    <a:pt x="16931" y="11317"/>
                    <a:pt x="16742" y="10159"/>
                  </a:cubicBezTo>
                  <a:cubicBezTo>
                    <a:pt x="16542" y="9012"/>
                    <a:pt x="13534" y="813"/>
                    <a:pt x="11083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4051535" y="3291416"/>
              <a:ext cx="881155" cy="1282496"/>
            </a:xfrm>
            <a:custGeom>
              <a:rect b="b" l="l" r="r" t="t"/>
              <a:pathLst>
                <a:path extrusionOk="0" h="14300" w="9825">
                  <a:moveTo>
                    <a:pt x="7619" y="0"/>
                  </a:moveTo>
                  <a:cubicBezTo>
                    <a:pt x="7619" y="0"/>
                    <a:pt x="5648" y="1036"/>
                    <a:pt x="4311" y="2729"/>
                  </a:cubicBezTo>
                  <a:cubicBezTo>
                    <a:pt x="2974" y="4422"/>
                    <a:pt x="891" y="8600"/>
                    <a:pt x="446" y="10671"/>
                  </a:cubicBezTo>
                  <a:cubicBezTo>
                    <a:pt x="0" y="12743"/>
                    <a:pt x="290" y="12677"/>
                    <a:pt x="535" y="12855"/>
                  </a:cubicBezTo>
                  <a:cubicBezTo>
                    <a:pt x="747" y="13017"/>
                    <a:pt x="5317" y="14300"/>
                    <a:pt x="8507" y="14300"/>
                  </a:cubicBezTo>
                  <a:cubicBezTo>
                    <a:pt x="8828" y="14300"/>
                    <a:pt x="9136" y="14287"/>
                    <a:pt x="9424" y="14258"/>
                  </a:cubicBezTo>
                  <a:cubicBezTo>
                    <a:pt x="9424" y="14158"/>
                    <a:pt x="8945" y="10449"/>
                    <a:pt x="9123" y="4512"/>
                  </a:cubicBezTo>
                  <a:cubicBezTo>
                    <a:pt x="9201" y="1861"/>
                    <a:pt x="9825" y="257"/>
                    <a:pt x="9825" y="256"/>
                  </a:cubicBezTo>
                  <a:lnTo>
                    <a:pt x="9825" y="256"/>
                  </a:lnTo>
                  <a:cubicBezTo>
                    <a:pt x="9741" y="268"/>
                    <a:pt x="9652" y="273"/>
                    <a:pt x="9569" y="273"/>
                  </a:cubicBezTo>
                  <a:cubicBezTo>
                    <a:pt x="9485" y="273"/>
                    <a:pt x="9407" y="268"/>
                    <a:pt x="9346" y="256"/>
                  </a:cubicBezTo>
                  <a:cubicBezTo>
                    <a:pt x="8711" y="123"/>
                    <a:pt x="7619" y="0"/>
                    <a:pt x="7619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4448118" y="3534190"/>
              <a:ext cx="342776" cy="366722"/>
            </a:xfrm>
            <a:custGeom>
              <a:rect b="b" l="l" r="r" t="t"/>
              <a:pathLst>
                <a:path extrusionOk="0" h="4089" w="3822">
                  <a:moveTo>
                    <a:pt x="3687" y="3977"/>
                  </a:moveTo>
                  <a:cubicBezTo>
                    <a:pt x="3476" y="3097"/>
                    <a:pt x="3699" y="1994"/>
                    <a:pt x="3821" y="1470"/>
                  </a:cubicBezTo>
                  <a:cubicBezTo>
                    <a:pt x="3052" y="1125"/>
                    <a:pt x="2328" y="1292"/>
                    <a:pt x="1582" y="936"/>
                  </a:cubicBezTo>
                  <a:cubicBezTo>
                    <a:pt x="557" y="446"/>
                    <a:pt x="390" y="0"/>
                    <a:pt x="357" y="925"/>
                  </a:cubicBezTo>
                  <a:cubicBezTo>
                    <a:pt x="335" y="1470"/>
                    <a:pt x="0" y="2484"/>
                    <a:pt x="1582" y="3453"/>
                  </a:cubicBezTo>
                  <a:cubicBezTo>
                    <a:pt x="2663" y="4088"/>
                    <a:pt x="2440" y="3843"/>
                    <a:pt x="3687" y="3977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4502019" y="3647999"/>
              <a:ext cx="374704" cy="437663"/>
            </a:xfrm>
            <a:custGeom>
              <a:rect b="b" l="l" r="r" t="t"/>
              <a:pathLst>
                <a:path extrusionOk="0" h="4880" w="4178">
                  <a:moveTo>
                    <a:pt x="2050" y="1"/>
                  </a:moveTo>
                  <a:cubicBezTo>
                    <a:pt x="1727" y="79"/>
                    <a:pt x="1393" y="123"/>
                    <a:pt x="1026" y="123"/>
                  </a:cubicBezTo>
                  <a:cubicBezTo>
                    <a:pt x="658" y="123"/>
                    <a:pt x="313" y="79"/>
                    <a:pt x="1" y="1"/>
                  </a:cubicBezTo>
                  <a:cubicBezTo>
                    <a:pt x="881" y="3877"/>
                    <a:pt x="3421" y="4780"/>
                    <a:pt x="3443" y="4824"/>
                  </a:cubicBezTo>
                  <a:cubicBezTo>
                    <a:pt x="3454" y="4880"/>
                    <a:pt x="4178" y="3643"/>
                    <a:pt x="4178" y="3643"/>
                  </a:cubicBezTo>
                  <a:cubicBezTo>
                    <a:pt x="2997" y="2808"/>
                    <a:pt x="2329" y="959"/>
                    <a:pt x="205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4709817" y="3849877"/>
              <a:ext cx="338740" cy="356677"/>
            </a:xfrm>
            <a:custGeom>
              <a:rect b="b" l="l" r="r" t="t"/>
              <a:pathLst>
                <a:path extrusionOk="0" h="3977" w="3777">
                  <a:moveTo>
                    <a:pt x="3777" y="1649"/>
                  </a:moveTo>
                  <a:cubicBezTo>
                    <a:pt x="3777" y="1649"/>
                    <a:pt x="1961" y="0"/>
                    <a:pt x="981" y="1715"/>
                  </a:cubicBezTo>
                  <a:cubicBezTo>
                    <a:pt x="1" y="3431"/>
                    <a:pt x="2685" y="3977"/>
                    <a:pt x="2685" y="3977"/>
                  </a:cubicBezTo>
                  <a:lnTo>
                    <a:pt x="3008" y="3297"/>
                  </a:lnTo>
                  <a:cubicBezTo>
                    <a:pt x="3008" y="3297"/>
                    <a:pt x="1861" y="2918"/>
                    <a:pt x="1995" y="2261"/>
                  </a:cubicBezTo>
                  <a:cubicBezTo>
                    <a:pt x="2128" y="1615"/>
                    <a:pt x="3398" y="2350"/>
                    <a:pt x="3398" y="235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4441123" y="3458228"/>
              <a:ext cx="375690" cy="312821"/>
            </a:xfrm>
            <a:custGeom>
              <a:rect b="b" l="l" r="r" t="t"/>
              <a:pathLst>
                <a:path extrusionOk="0" h="3488" w="4189">
                  <a:moveTo>
                    <a:pt x="3710" y="725"/>
                  </a:moveTo>
                  <a:cubicBezTo>
                    <a:pt x="3710" y="725"/>
                    <a:pt x="1237" y="1"/>
                    <a:pt x="802" y="268"/>
                  </a:cubicBezTo>
                  <a:cubicBezTo>
                    <a:pt x="379" y="524"/>
                    <a:pt x="0" y="2206"/>
                    <a:pt x="925" y="2997"/>
                  </a:cubicBezTo>
                  <a:cubicBezTo>
                    <a:pt x="1170" y="3209"/>
                    <a:pt x="2462" y="3487"/>
                    <a:pt x="3119" y="3231"/>
                  </a:cubicBezTo>
                  <a:cubicBezTo>
                    <a:pt x="3453" y="3097"/>
                    <a:pt x="3721" y="2897"/>
                    <a:pt x="3843" y="2663"/>
                  </a:cubicBezTo>
                  <a:cubicBezTo>
                    <a:pt x="4189" y="2006"/>
                    <a:pt x="4155" y="981"/>
                    <a:pt x="3710" y="72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4441123" y="3476882"/>
              <a:ext cx="322776" cy="280355"/>
            </a:xfrm>
            <a:custGeom>
              <a:rect b="b" l="l" r="r" t="t"/>
              <a:pathLst>
                <a:path extrusionOk="0" h="3126" w="3599">
                  <a:moveTo>
                    <a:pt x="1136" y="0"/>
                  </a:moveTo>
                  <a:cubicBezTo>
                    <a:pt x="987" y="0"/>
                    <a:pt x="870" y="18"/>
                    <a:pt x="802" y="60"/>
                  </a:cubicBezTo>
                  <a:cubicBezTo>
                    <a:pt x="379" y="316"/>
                    <a:pt x="0" y="1998"/>
                    <a:pt x="925" y="2789"/>
                  </a:cubicBezTo>
                  <a:cubicBezTo>
                    <a:pt x="1100" y="2940"/>
                    <a:pt x="1798" y="3126"/>
                    <a:pt x="2423" y="3126"/>
                  </a:cubicBezTo>
                  <a:cubicBezTo>
                    <a:pt x="2672" y="3126"/>
                    <a:pt x="2909" y="3096"/>
                    <a:pt x="3097" y="3023"/>
                  </a:cubicBezTo>
                  <a:cubicBezTo>
                    <a:pt x="2852" y="2622"/>
                    <a:pt x="2774" y="2109"/>
                    <a:pt x="2841" y="1708"/>
                  </a:cubicBezTo>
                  <a:cubicBezTo>
                    <a:pt x="2908" y="1229"/>
                    <a:pt x="3231" y="739"/>
                    <a:pt x="3598" y="483"/>
                  </a:cubicBezTo>
                  <a:cubicBezTo>
                    <a:pt x="3196" y="373"/>
                    <a:pt x="1823" y="0"/>
                    <a:pt x="1136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4542018" y="2949720"/>
              <a:ext cx="523581" cy="101972"/>
            </a:xfrm>
            <a:custGeom>
              <a:rect b="b" l="l" r="r" t="t"/>
              <a:pathLst>
                <a:path extrusionOk="0" h="1137" w="5838">
                  <a:moveTo>
                    <a:pt x="78" y="1"/>
                  </a:moveTo>
                  <a:cubicBezTo>
                    <a:pt x="23" y="146"/>
                    <a:pt x="0" y="302"/>
                    <a:pt x="0" y="446"/>
                  </a:cubicBezTo>
                  <a:cubicBezTo>
                    <a:pt x="301" y="691"/>
                    <a:pt x="880" y="1059"/>
                    <a:pt x="1794" y="1115"/>
                  </a:cubicBezTo>
                  <a:cubicBezTo>
                    <a:pt x="1983" y="1126"/>
                    <a:pt x="2217" y="1137"/>
                    <a:pt x="2473" y="1137"/>
                  </a:cubicBezTo>
                  <a:cubicBezTo>
                    <a:pt x="3799" y="1137"/>
                    <a:pt x="5737" y="992"/>
                    <a:pt x="5837" y="981"/>
                  </a:cubicBezTo>
                  <a:lnTo>
                    <a:pt x="5804" y="602"/>
                  </a:lnTo>
                  <a:cubicBezTo>
                    <a:pt x="5785" y="602"/>
                    <a:pt x="3788" y="753"/>
                    <a:pt x="2463" y="753"/>
                  </a:cubicBezTo>
                  <a:cubicBezTo>
                    <a:pt x="2219" y="753"/>
                    <a:pt x="1998" y="748"/>
                    <a:pt x="1816" y="736"/>
                  </a:cubicBezTo>
                  <a:cubicBezTo>
                    <a:pt x="791" y="669"/>
                    <a:pt x="223" y="157"/>
                    <a:pt x="7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4929632" y="3284421"/>
              <a:ext cx="397663" cy="1037028"/>
            </a:xfrm>
            <a:custGeom>
              <a:rect b="b" l="l" r="r" t="t"/>
              <a:pathLst>
                <a:path extrusionOk="0" h="11563" w="4434">
                  <a:moveTo>
                    <a:pt x="1237" y="0"/>
                  </a:moveTo>
                  <a:cubicBezTo>
                    <a:pt x="1036" y="89"/>
                    <a:pt x="490" y="268"/>
                    <a:pt x="0" y="312"/>
                  </a:cubicBezTo>
                  <a:cubicBezTo>
                    <a:pt x="591" y="724"/>
                    <a:pt x="1404" y="2284"/>
                    <a:pt x="2028" y="4255"/>
                  </a:cubicBezTo>
                  <a:cubicBezTo>
                    <a:pt x="3309" y="8332"/>
                    <a:pt x="3253" y="11563"/>
                    <a:pt x="3253" y="11563"/>
                  </a:cubicBezTo>
                  <a:lnTo>
                    <a:pt x="4434" y="11073"/>
                  </a:lnTo>
                  <a:cubicBezTo>
                    <a:pt x="4434" y="11073"/>
                    <a:pt x="4178" y="6829"/>
                    <a:pt x="2997" y="3877"/>
                  </a:cubicBezTo>
                  <a:cubicBezTo>
                    <a:pt x="2328" y="2184"/>
                    <a:pt x="1716" y="635"/>
                    <a:pt x="1237" y="0"/>
                  </a:cubicBezTo>
                  <a:close/>
                </a:path>
              </a:pathLst>
            </a:custGeom>
            <a:solidFill>
              <a:srgbClr val="ADAB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4974564" y="3299398"/>
              <a:ext cx="316767" cy="1004113"/>
            </a:xfrm>
            <a:custGeom>
              <a:rect b="b" l="l" r="r" t="t"/>
              <a:pathLst>
                <a:path extrusionOk="0" h="11196" w="3532">
                  <a:moveTo>
                    <a:pt x="2228" y="3921"/>
                  </a:moveTo>
                  <a:cubicBezTo>
                    <a:pt x="1616" y="2005"/>
                    <a:pt x="825" y="491"/>
                    <a:pt x="223" y="0"/>
                  </a:cubicBezTo>
                  <a:cubicBezTo>
                    <a:pt x="157" y="23"/>
                    <a:pt x="79" y="45"/>
                    <a:pt x="1" y="56"/>
                  </a:cubicBezTo>
                  <a:cubicBezTo>
                    <a:pt x="591" y="602"/>
                    <a:pt x="1348" y="2072"/>
                    <a:pt x="1939" y="3921"/>
                  </a:cubicBezTo>
                  <a:cubicBezTo>
                    <a:pt x="3075" y="7452"/>
                    <a:pt x="3220" y="10382"/>
                    <a:pt x="3242" y="11195"/>
                  </a:cubicBezTo>
                  <a:lnTo>
                    <a:pt x="3532" y="11073"/>
                  </a:lnTo>
                  <a:cubicBezTo>
                    <a:pt x="3498" y="10126"/>
                    <a:pt x="3320" y="7308"/>
                    <a:pt x="2228" y="392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5001559" y="2757976"/>
              <a:ext cx="440622" cy="406632"/>
            </a:xfrm>
            <a:custGeom>
              <a:rect b="b" l="l" r="r" t="t"/>
              <a:pathLst>
                <a:path extrusionOk="0" h="4534" w="4913">
                  <a:moveTo>
                    <a:pt x="2897" y="67"/>
                  </a:moveTo>
                  <a:cubicBezTo>
                    <a:pt x="2897" y="67"/>
                    <a:pt x="1047" y="401"/>
                    <a:pt x="524" y="802"/>
                  </a:cubicBezTo>
                  <a:cubicBezTo>
                    <a:pt x="0" y="1203"/>
                    <a:pt x="78" y="2295"/>
                    <a:pt x="335" y="3030"/>
                  </a:cubicBezTo>
                  <a:cubicBezTo>
                    <a:pt x="591" y="3765"/>
                    <a:pt x="1337" y="4534"/>
                    <a:pt x="1816" y="4534"/>
                  </a:cubicBezTo>
                  <a:cubicBezTo>
                    <a:pt x="2306" y="4534"/>
                    <a:pt x="4189" y="3843"/>
                    <a:pt x="4489" y="3442"/>
                  </a:cubicBezTo>
                  <a:cubicBezTo>
                    <a:pt x="4801" y="3052"/>
                    <a:pt x="4913" y="1793"/>
                    <a:pt x="4489" y="869"/>
                  </a:cubicBezTo>
                  <a:cubicBezTo>
                    <a:pt x="4178" y="167"/>
                    <a:pt x="3699" y="0"/>
                    <a:pt x="2897" y="6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5113395" y="2837885"/>
              <a:ext cx="267889" cy="247800"/>
            </a:xfrm>
            <a:custGeom>
              <a:rect b="b" l="l" r="r" t="t"/>
              <a:pathLst>
                <a:path extrusionOk="0" h="2763" w="2987">
                  <a:moveTo>
                    <a:pt x="1761" y="45"/>
                  </a:moveTo>
                  <a:cubicBezTo>
                    <a:pt x="1761" y="45"/>
                    <a:pt x="636" y="245"/>
                    <a:pt x="324" y="490"/>
                  </a:cubicBezTo>
                  <a:cubicBezTo>
                    <a:pt x="1" y="735"/>
                    <a:pt x="46" y="1404"/>
                    <a:pt x="201" y="1849"/>
                  </a:cubicBezTo>
                  <a:cubicBezTo>
                    <a:pt x="357" y="2295"/>
                    <a:pt x="814" y="2763"/>
                    <a:pt x="1104" y="2763"/>
                  </a:cubicBezTo>
                  <a:cubicBezTo>
                    <a:pt x="1404" y="2763"/>
                    <a:pt x="2552" y="2351"/>
                    <a:pt x="2730" y="2105"/>
                  </a:cubicBezTo>
                  <a:cubicBezTo>
                    <a:pt x="2919" y="1860"/>
                    <a:pt x="2986" y="1092"/>
                    <a:pt x="2730" y="535"/>
                  </a:cubicBezTo>
                  <a:cubicBezTo>
                    <a:pt x="2541" y="112"/>
                    <a:pt x="2251" y="0"/>
                    <a:pt x="1761" y="4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9"/>
            <p:cNvSpPr/>
            <p:nvPr/>
          </p:nvSpPr>
          <p:spPr>
            <a:xfrm>
              <a:off x="5275275" y="2865866"/>
              <a:ext cx="77039" cy="121972"/>
            </a:xfrm>
            <a:custGeom>
              <a:rect b="b" l="l" r="r" t="t"/>
              <a:pathLst>
                <a:path extrusionOk="0" h="1360" w="859">
                  <a:moveTo>
                    <a:pt x="814" y="646"/>
                  </a:moveTo>
                  <a:cubicBezTo>
                    <a:pt x="858" y="1003"/>
                    <a:pt x="713" y="1314"/>
                    <a:pt x="502" y="1337"/>
                  </a:cubicBezTo>
                  <a:cubicBezTo>
                    <a:pt x="279" y="1359"/>
                    <a:pt x="78" y="1092"/>
                    <a:pt x="45" y="724"/>
                  </a:cubicBezTo>
                  <a:cubicBezTo>
                    <a:pt x="0" y="357"/>
                    <a:pt x="145" y="45"/>
                    <a:pt x="357" y="22"/>
                  </a:cubicBezTo>
                  <a:cubicBezTo>
                    <a:pt x="580" y="0"/>
                    <a:pt x="780" y="279"/>
                    <a:pt x="814" y="64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5157430" y="2898780"/>
              <a:ext cx="81972" cy="128967"/>
            </a:xfrm>
            <a:custGeom>
              <a:rect b="b" l="l" r="r" t="t"/>
              <a:pathLst>
                <a:path extrusionOk="0" h="1438" w="914">
                  <a:moveTo>
                    <a:pt x="869" y="669"/>
                  </a:moveTo>
                  <a:cubicBezTo>
                    <a:pt x="913" y="1048"/>
                    <a:pt x="769" y="1382"/>
                    <a:pt x="546" y="1404"/>
                  </a:cubicBezTo>
                  <a:cubicBezTo>
                    <a:pt x="323" y="1438"/>
                    <a:pt x="100" y="1148"/>
                    <a:pt x="56" y="769"/>
                  </a:cubicBezTo>
                  <a:cubicBezTo>
                    <a:pt x="0" y="391"/>
                    <a:pt x="145" y="56"/>
                    <a:pt x="368" y="34"/>
                  </a:cubicBezTo>
                  <a:cubicBezTo>
                    <a:pt x="602" y="1"/>
                    <a:pt x="813" y="290"/>
                    <a:pt x="869" y="66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4858692" y="4193456"/>
              <a:ext cx="711381" cy="377753"/>
            </a:xfrm>
            <a:custGeom>
              <a:rect b="b" l="l" r="r" t="t"/>
              <a:pathLst>
                <a:path extrusionOk="0" h="4212" w="7932">
                  <a:moveTo>
                    <a:pt x="7742" y="1"/>
                  </a:moveTo>
                  <a:cubicBezTo>
                    <a:pt x="6795" y="391"/>
                    <a:pt x="5793" y="703"/>
                    <a:pt x="4902" y="981"/>
                  </a:cubicBezTo>
                  <a:cubicBezTo>
                    <a:pt x="3344" y="1483"/>
                    <a:pt x="1837" y="1841"/>
                    <a:pt x="216" y="1841"/>
                  </a:cubicBezTo>
                  <a:cubicBezTo>
                    <a:pt x="144" y="1841"/>
                    <a:pt x="72" y="1840"/>
                    <a:pt x="0" y="1839"/>
                  </a:cubicBezTo>
                  <a:lnTo>
                    <a:pt x="0" y="1839"/>
                  </a:lnTo>
                  <a:cubicBezTo>
                    <a:pt x="34" y="2240"/>
                    <a:pt x="23" y="2619"/>
                    <a:pt x="34" y="3020"/>
                  </a:cubicBezTo>
                  <a:cubicBezTo>
                    <a:pt x="34" y="3421"/>
                    <a:pt x="101" y="3822"/>
                    <a:pt x="168" y="4211"/>
                  </a:cubicBezTo>
                  <a:cubicBezTo>
                    <a:pt x="268" y="4211"/>
                    <a:pt x="379" y="4200"/>
                    <a:pt x="479" y="4189"/>
                  </a:cubicBezTo>
                  <a:cubicBezTo>
                    <a:pt x="3598" y="3855"/>
                    <a:pt x="7575" y="2440"/>
                    <a:pt x="7742" y="2106"/>
                  </a:cubicBezTo>
                  <a:cubicBezTo>
                    <a:pt x="7909" y="1772"/>
                    <a:pt x="7931" y="1159"/>
                    <a:pt x="7742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4051535" y="4204487"/>
              <a:ext cx="845191" cy="393717"/>
            </a:xfrm>
            <a:custGeom>
              <a:rect b="b" l="l" r="r" t="t"/>
              <a:pathLst>
                <a:path extrusionOk="0" h="4390" w="9424">
                  <a:moveTo>
                    <a:pt x="4846" y="1393"/>
                  </a:moveTo>
                  <a:cubicBezTo>
                    <a:pt x="3242" y="1103"/>
                    <a:pt x="1883" y="747"/>
                    <a:pt x="579" y="0"/>
                  </a:cubicBezTo>
                  <a:cubicBezTo>
                    <a:pt x="524" y="167"/>
                    <a:pt x="479" y="335"/>
                    <a:pt x="446" y="490"/>
                  </a:cubicBezTo>
                  <a:cubicBezTo>
                    <a:pt x="0" y="2562"/>
                    <a:pt x="290" y="2496"/>
                    <a:pt x="535" y="2674"/>
                  </a:cubicBezTo>
                  <a:cubicBezTo>
                    <a:pt x="769" y="2852"/>
                    <a:pt x="6283" y="4389"/>
                    <a:pt x="9424" y="4077"/>
                  </a:cubicBezTo>
                  <a:cubicBezTo>
                    <a:pt x="9424" y="4033"/>
                    <a:pt x="9312" y="3197"/>
                    <a:pt x="9223" y="1727"/>
                  </a:cubicBezTo>
                  <a:cubicBezTo>
                    <a:pt x="7820" y="1693"/>
                    <a:pt x="5882" y="1593"/>
                    <a:pt x="4846" y="139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1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chemeClr val="lt1">
                  <a:alpha val="5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umanoid Robot Pitch Deck by Slidesgo">
  <a:themeElements>
    <a:clrScheme name="Simple Light">
      <a:dk1>
        <a:srgbClr val="000000"/>
      </a:dk1>
      <a:lt1>
        <a:srgbClr val="FFFFFF"/>
      </a:lt1>
      <a:dk2>
        <a:srgbClr val="09152A"/>
      </a:dk2>
      <a:lt2>
        <a:srgbClr val="CCCCCC"/>
      </a:lt2>
      <a:accent1>
        <a:srgbClr val="767676"/>
      </a:accent1>
      <a:accent2>
        <a:srgbClr val="9CFFFF"/>
      </a:accent2>
      <a:accent3>
        <a:srgbClr val="EA5E64"/>
      </a:accent3>
      <a:accent4>
        <a:srgbClr val="FFE366"/>
      </a:accent4>
      <a:accent5>
        <a:srgbClr val="FF9966"/>
      </a:accent5>
      <a:accent6>
        <a:srgbClr val="3C78D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